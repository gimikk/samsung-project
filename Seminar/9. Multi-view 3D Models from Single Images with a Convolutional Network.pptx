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0" r:id="rId3"/>
    <p:sldId id="291" r:id="rId4"/>
    <p:sldId id="292" r:id="rId5"/>
    <p:sldId id="293" r:id="rId6"/>
    <p:sldId id="294" r:id="rId7"/>
    <p:sldId id="295" r:id="rId8"/>
    <p:sldId id="296" r:id="rId9"/>
    <p:sldId id="297" r:id="rId10"/>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6" autoAdjust="0"/>
    <p:restoredTop sz="94660"/>
  </p:normalViewPr>
  <p:slideViewPr>
    <p:cSldViewPr snapToGrid="0">
      <p:cViewPr varScale="1">
        <p:scale>
          <a:sx n="114" d="100"/>
          <a:sy n="114" d="100"/>
        </p:scale>
        <p:origin x="47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마스터 부제목 스타일 편집</a:t>
            </a:r>
          </a:p>
        </p:txBody>
      </p:sp>
      <p:sp>
        <p:nvSpPr>
          <p:cNvPr id="4" name="날짜 개체 틀 3"/>
          <p:cNvSpPr>
            <a:spLocks noGrp="1"/>
          </p:cNvSpPr>
          <p:nvPr>
            <p:ph type="dt" sz="half" idx="10"/>
          </p:nvPr>
        </p:nvSpPr>
        <p:spPr/>
        <p:txBody>
          <a:bodyPr/>
          <a:lstStyle/>
          <a:p>
            <a:fld id="{839D5439-BDD1-497F-9549-E5A5C148AF04}" type="datetimeFigureOut">
              <a:rPr lang="ko-KR" altLang="en-US" smtClean="0"/>
              <a:t>2018-05-24</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0066995B-36B2-4E4A-82B3-684855B65256}" type="slidenum">
              <a:rPr lang="ko-KR" altLang="en-US" smtClean="0"/>
              <a:t>‹#›</a:t>
            </a:fld>
            <a:endParaRPr lang="ko-KR" altLang="en-US"/>
          </a:p>
        </p:txBody>
      </p:sp>
    </p:spTree>
    <p:extLst>
      <p:ext uri="{BB962C8B-B14F-4D97-AF65-F5344CB8AC3E}">
        <p14:creationId xmlns:p14="http://schemas.microsoft.com/office/powerpoint/2010/main" val="4705731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839D5439-BDD1-497F-9549-E5A5C148AF04}" type="datetimeFigureOut">
              <a:rPr lang="ko-KR" altLang="en-US" smtClean="0"/>
              <a:t>2018-05-24</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0066995B-36B2-4E4A-82B3-684855B65256}" type="slidenum">
              <a:rPr lang="ko-KR" altLang="en-US" smtClean="0"/>
              <a:t>‹#›</a:t>
            </a:fld>
            <a:endParaRPr lang="ko-KR" altLang="en-US"/>
          </a:p>
        </p:txBody>
      </p:sp>
    </p:spTree>
    <p:extLst>
      <p:ext uri="{BB962C8B-B14F-4D97-AF65-F5344CB8AC3E}">
        <p14:creationId xmlns:p14="http://schemas.microsoft.com/office/powerpoint/2010/main" val="14474069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편집합니다</a:t>
            </a:r>
          </a:p>
        </p:txBody>
      </p:sp>
      <p:sp>
        <p:nvSpPr>
          <p:cNvPr id="4" name="날짜 개체 틀 3"/>
          <p:cNvSpPr>
            <a:spLocks noGrp="1"/>
          </p:cNvSpPr>
          <p:nvPr>
            <p:ph type="dt" sz="half" idx="10"/>
          </p:nvPr>
        </p:nvSpPr>
        <p:spPr/>
        <p:txBody>
          <a:bodyPr/>
          <a:lstStyle/>
          <a:p>
            <a:fld id="{839D5439-BDD1-497F-9549-E5A5C148AF04}" type="datetimeFigureOut">
              <a:rPr lang="ko-KR" altLang="en-US" smtClean="0"/>
              <a:t>2018-05-24</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0066995B-36B2-4E4A-82B3-684855B65256}" type="slidenum">
              <a:rPr lang="ko-KR" altLang="en-US" smtClean="0"/>
              <a:t>‹#›</a:t>
            </a:fld>
            <a:endParaRPr lang="ko-KR" altLang="en-US"/>
          </a:p>
        </p:txBody>
      </p:sp>
    </p:spTree>
    <p:extLst>
      <p:ext uri="{BB962C8B-B14F-4D97-AF65-F5344CB8AC3E}">
        <p14:creationId xmlns:p14="http://schemas.microsoft.com/office/powerpoint/2010/main" val="9377950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838200" y="1825625"/>
            <a:ext cx="5181600" cy="4351338"/>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6172200" y="1825625"/>
            <a:ext cx="5181600" cy="4351338"/>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p:cNvSpPr>
            <a:spLocks noGrp="1"/>
          </p:cNvSpPr>
          <p:nvPr>
            <p:ph type="dt" sz="half" idx="10"/>
          </p:nvPr>
        </p:nvSpPr>
        <p:spPr/>
        <p:txBody>
          <a:bodyPr/>
          <a:lstStyle/>
          <a:p>
            <a:fld id="{839D5439-BDD1-497F-9549-E5A5C148AF04}" type="datetimeFigureOut">
              <a:rPr lang="ko-KR" altLang="en-US" smtClean="0"/>
              <a:t>2018-05-24</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0066995B-36B2-4E4A-82B3-684855B65256}" type="slidenum">
              <a:rPr lang="ko-KR" altLang="en-US" smtClean="0"/>
              <a:t>‹#›</a:t>
            </a:fld>
            <a:endParaRPr lang="ko-KR" altLang="en-US"/>
          </a:p>
        </p:txBody>
      </p:sp>
    </p:spTree>
    <p:extLst>
      <p:ext uri="{BB962C8B-B14F-4D97-AF65-F5344CB8AC3E}">
        <p14:creationId xmlns:p14="http://schemas.microsoft.com/office/powerpoint/2010/main" val="39751374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4" name="내용 개체 틀 3"/>
          <p:cNvSpPr>
            <a:spLocks noGrp="1"/>
          </p:cNvSpPr>
          <p:nvPr>
            <p:ph sz="half" idx="2"/>
          </p:nvPr>
        </p:nvSpPr>
        <p:spPr>
          <a:xfrm>
            <a:off x="839788" y="2505075"/>
            <a:ext cx="5157787" cy="3684588"/>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6" name="내용 개체 틀 5"/>
          <p:cNvSpPr>
            <a:spLocks noGrp="1"/>
          </p:cNvSpPr>
          <p:nvPr>
            <p:ph sz="quarter" idx="4"/>
          </p:nvPr>
        </p:nvSpPr>
        <p:spPr>
          <a:xfrm>
            <a:off x="6172200" y="2505075"/>
            <a:ext cx="5183188" cy="3684588"/>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p:cNvSpPr>
            <a:spLocks noGrp="1"/>
          </p:cNvSpPr>
          <p:nvPr>
            <p:ph type="dt" sz="half" idx="10"/>
          </p:nvPr>
        </p:nvSpPr>
        <p:spPr/>
        <p:txBody>
          <a:bodyPr/>
          <a:lstStyle/>
          <a:p>
            <a:fld id="{839D5439-BDD1-497F-9549-E5A5C148AF04}" type="datetimeFigureOut">
              <a:rPr lang="ko-KR" altLang="en-US" smtClean="0"/>
              <a:t>2018-05-24</a:t>
            </a:fld>
            <a:endParaRPr lang="ko-KR" altLang="en-US"/>
          </a:p>
        </p:txBody>
      </p:sp>
      <p:sp>
        <p:nvSpPr>
          <p:cNvPr id="8" name="바닥글 개체 틀 7"/>
          <p:cNvSpPr>
            <a:spLocks noGrp="1"/>
          </p:cNvSpPr>
          <p:nvPr>
            <p:ph type="ftr" sz="quarter" idx="11"/>
          </p:nvPr>
        </p:nvSpPr>
        <p:spPr/>
        <p:txBody>
          <a:bodyPr/>
          <a:lstStyle/>
          <a:p>
            <a:endParaRPr lang="ko-KR" altLang="en-US"/>
          </a:p>
        </p:txBody>
      </p:sp>
      <p:sp>
        <p:nvSpPr>
          <p:cNvPr id="9" name="슬라이드 번호 개체 틀 8"/>
          <p:cNvSpPr>
            <a:spLocks noGrp="1"/>
          </p:cNvSpPr>
          <p:nvPr>
            <p:ph type="sldNum" sz="quarter" idx="12"/>
          </p:nvPr>
        </p:nvSpPr>
        <p:spPr/>
        <p:txBody>
          <a:bodyPr/>
          <a:lstStyle/>
          <a:p>
            <a:fld id="{0066995B-36B2-4E4A-82B3-684855B65256}" type="slidenum">
              <a:rPr lang="ko-KR" altLang="en-US" smtClean="0"/>
              <a:t>‹#›</a:t>
            </a:fld>
            <a:endParaRPr lang="ko-KR" altLang="en-US"/>
          </a:p>
        </p:txBody>
      </p:sp>
    </p:spTree>
    <p:extLst>
      <p:ext uri="{BB962C8B-B14F-4D97-AF65-F5344CB8AC3E}">
        <p14:creationId xmlns:p14="http://schemas.microsoft.com/office/powerpoint/2010/main" val="2855609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2"/>
          <p:cNvSpPr>
            <a:spLocks noGrp="1"/>
          </p:cNvSpPr>
          <p:nvPr>
            <p:ph type="dt" sz="half" idx="10"/>
          </p:nvPr>
        </p:nvSpPr>
        <p:spPr/>
        <p:txBody>
          <a:bodyPr/>
          <a:lstStyle/>
          <a:p>
            <a:fld id="{839D5439-BDD1-497F-9549-E5A5C148AF04}" type="datetimeFigureOut">
              <a:rPr lang="ko-KR" altLang="en-US" smtClean="0"/>
              <a:t>2018-05-24</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0066995B-36B2-4E4A-82B3-684855B65256}" type="slidenum">
              <a:rPr lang="ko-KR" altLang="en-US" smtClean="0"/>
              <a:t>‹#›</a:t>
            </a:fld>
            <a:endParaRPr lang="ko-KR" altLang="en-US"/>
          </a:p>
        </p:txBody>
      </p:sp>
    </p:spTree>
    <p:extLst>
      <p:ext uri="{BB962C8B-B14F-4D97-AF65-F5344CB8AC3E}">
        <p14:creationId xmlns:p14="http://schemas.microsoft.com/office/powerpoint/2010/main" val="7949207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839D5439-BDD1-497F-9549-E5A5C148AF04}" type="datetimeFigureOut">
              <a:rPr lang="ko-KR" altLang="en-US" smtClean="0"/>
              <a:t>2018-05-24</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0066995B-36B2-4E4A-82B3-684855B65256}" type="slidenum">
              <a:rPr lang="ko-KR" altLang="en-US" smtClean="0"/>
              <a:t>‹#›</a:t>
            </a:fld>
            <a:endParaRPr lang="ko-KR" altLang="en-US"/>
          </a:p>
        </p:txBody>
      </p:sp>
    </p:spTree>
    <p:extLst>
      <p:ext uri="{BB962C8B-B14F-4D97-AF65-F5344CB8AC3E}">
        <p14:creationId xmlns:p14="http://schemas.microsoft.com/office/powerpoint/2010/main" val="6544957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839D5439-BDD1-497F-9549-E5A5C148AF04}" type="datetimeFigureOut">
              <a:rPr lang="ko-KR" altLang="en-US" smtClean="0"/>
              <a:t>2018-05-24</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0066995B-36B2-4E4A-82B3-684855B65256}" type="slidenum">
              <a:rPr lang="ko-KR" altLang="en-US" smtClean="0"/>
              <a:t>‹#›</a:t>
            </a:fld>
            <a:endParaRPr lang="ko-KR" altLang="en-US"/>
          </a:p>
        </p:txBody>
      </p:sp>
    </p:spTree>
    <p:extLst>
      <p:ext uri="{BB962C8B-B14F-4D97-AF65-F5344CB8AC3E}">
        <p14:creationId xmlns:p14="http://schemas.microsoft.com/office/powerpoint/2010/main" val="8703048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839D5439-BDD1-497F-9549-E5A5C148AF04}" type="datetimeFigureOut">
              <a:rPr lang="ko-KR" altLang="en-US" smtClean="0"/>
              <a:t>2018-05-24</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0066995B-36B2-4E4A-82B3-684855B65256}" type="slidenum">
              <a:rPr lang="ko-KR" altLang="en-US" smtClean="0"/>
              <a:t>‹#›</a:t>
            </a:fld>
            <a:endParaRPr lang="ko-KR" altLang="en-US"/>
          </a:p>
        </p:txBody>
      </p:sp>
    </p:spTree>
    <p:extLst>
      <p:ext uri="{BB962C8B-B14F-4D97-AF65-F5344CB8AC3E}">
        <p14:creationId xmlns:p14="http://schemas.microsoft.com/office/powerpoint/2010/main" val="21503012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839D5439-BDD1-497F-9549-E5A5C148AF04}" type="datetimeFigureOut">
              <a:rPr lang="ko-KR" altLang="en-US" smtClean="0"/>
              <a:t>2018-05-24</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0066995B-36B2-4E4A-82B3-684855B65256}" type="slidenum">
              <a:rPr lang="ko-KR" altLang="en-US" smtClean="0"/>
              <a:t>‹#›</a:t>
            </a:fld>
            <a:endParaRPr lang="ko-KR" altLang="en-US"/>
          </a:p>
        </p:txBody>
      </p:sp>
    </p:spTree>
    <p:extLst>
      <p:ext uri="{BB962C8B-B14F-4D97-AF65-F5344CB8AC3E}">
        <p14:creationId xmlns:p14="http://schemas.microsoft.com/office/powerpoint/2010/main" val="40673783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838200" y="365125"/>
            <a:ext cx="7734300" cy="5811838"/>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839D5439-BDD1-497F-9549-E5A5C148AF04}" type="datetimeFigureOut">
              <a:rPr lang="ko-KR" altLang="en-US" smtClean="0"/>
              <a:t>2018-05-24</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0066995B-36B2-4E4A-82B3-684855B65256}" type="slidenum">
              <a:rPr lang="ko-KR" altLang="en-US" smtClean="0"/>
              <a:t>‹#›</a:t>
            </a:fld>
            <a:endParaRPr lang="ko-KR" altLang="en-US"/>
          </a:p>
        </p:txBody>
      </p:sp>
    </p:spTree>
    <p:extLst>
      <p:ext uri="{BB962C8B-B14F-4D97-AF65-F5344CB8AC3E}">
        <p14:creationId xmlns:p14="http://schemas.microsoft.com/office/powerpoint/2010/main" val="34415960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9D5439-BDD1-497F-9549-E5A5C148AF04}" type="datetimeFigureOut">
              <a:rPr lang="ko-KR" altLang="en-US" smtClean="0"/>
              <a:t>2018-05-24</a:t>
            </a:fld>
            <a:endParaRPr lang="ko-KR" altLang="en-US"/>
          </a:p>
        </p:txBody>
      </p:sp>
      <p:sp>
        <p:nvSpPr>
          <p:cNvPr id="5" name="바닥글 개체 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66995B-36B2-4E4A-82B3-684855B65256}" type="slidenum">
              <a:rPr lang="ko-KR" altLang="en-US" smtClean="0"/>
              <a:t>‹#›</a:t>
            </a:fld>
            <a:endParaRPr lang="ko-KR" altLang="en-US"/>
          </a:p>
        </p:txBody>
      </p:sp>
    </p:spTree>
    <p:extLst>
      <p:ext uri="{BB962C8B-B14F-4D97-AF65-F5344CB8AC3E}">
        <p14:creationId xmlns:p14="http://schemas.microsoft.com/office/powerpoint/2010/main" val="23884321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ctrTitle"/>
          </p:nvPr>
        </p:nvSpPr>
        <p:spPr>
          <a:xfrm>
            <a:off x="0" y="501578"/>
            <a:ext cx="12192000" cy="2387600"/>
          </a:xfrm>
        </p:spPr>
        <p:txBody>
          <a:bodyPr>
            <a:normAutofit/>
          </a:bodyPr>
          <a:lstStyle/>
          <a:p>
            <a:r>
              <a:rPr lang="en-US" altLang="ko-KR" sz="3000" b="1" dirty="0"/>
              <a:t>Multi-view 3D Models from Single Images </a:t>
            </a:r>
            <a:br>
              <a:rPr lang="en-US" altLang="ko-KR" sz="3000" b="1" dirty="0"/>
            </a:br>
            <a:r>
              <a:rPr lang="en-US" altLang="ko-KR" sz="3000" b="1" dirty="0"/>
              <a:t>with a Convolutional Network</a:t>
            </a:r>
            <a:endParaRPr lang="ko-KR" altLang="en-US" sz="3000" b="1" dirty="0"/>
          </a:p>
        </p:txBody>
      </p:sp>
      <p:sp>
        <p:nvSpPr>
          <p:cNvPr id="3" name="부제목 2"/>
          <p:cNvSpPr>
            <a:spLocks noGrp="1"/>
          </p:cNvSpPr>
          <p:nvPr>
            <p:ph type="subTitle" idx="1"/>
          </p:nvPr>
        </p:nvSpPr>
        <p:spPr>
          <a:xfrm>
            <a:off x="858129" y="3190977"/>
            <a:ext cx="10475742" cy="2236055"/>
          </a:xfrm>
        </p:spPr>
        <p:txBody>
          <a:bodyPr>
            <a:normAutofit/>
          </a:bodyPr>
          <a:lstStyle/>
          <a:p>
            <a:r>
              <a:rPr lang="en-US" altLang="ko-KR"/>
              <a:t>Jin-Hyuck</a:t>
            </a:r>
            <a:r>
              <a:rPr lang="en-US" altLang="ko-KR" dirty="0"/>
              <a:t> Cha</a:t>
            </a:r>
            <a:endParaRPr lang="ko-KR" altLang="en-US" dirty="0"/>
          </a:p>
        </p:txBody>
      </p:sp>
    </p:spTree>
    <p:extLst>
      <p:ext uri="{BB962C8B-B14F-4D97-AF65-F5344CB8AC3E}">
        <p14:creationId xmlns:p14="http://schemas.microsoft.com/office/powerpoint/2010/main" val="10780215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Autofit/>
          </a:bodyPr>
          <a:lstStyle/>
          <a:p>
            <a:r>
              <a:rPr lang="en-US" altLang="ko-KR" sz="3200" b="1" dirty="0"/>
              <a:t>1-1. Introduce</a:t>
            </a:r>
            <a:endParaRPr lang="ko-KR" altLang="en-US" sz="3200" b="1" dirty="0"/>
          </a:p>
        </p:txBody>
      </p:sp>
      <p:sp>
        <p:nvSpPr>
          <p:cNvPr id="7" name="TextBox 6">
            <a:extLst>
              <a:ext uri="{FF2B5EF4-FFF2-40B4-BE49-F238E27FC236}">
                <a16:creationId xmlns:a16="http://schemas.microsoft.com/office/drawing/2014/main" id="{A9218904-0F1C-438E-8DAB-43BD95220314}"/>
              </a:ext>
            </a:extLst>
          </p:cNvPr>
          <p:cNvSpPr txBox="1"/>
          <p:nvPr/>
        </p:nvSpPr>
        <p:spPr>
          <a:xfrm>
            <a:off x="1094921" y="3676423"/>
            <a:ext cx="6765223" cy="923330"/>
          </a:xfrm>
          <a:prstGeom prst="rect">
            <a:avLst/>
          </a:prstGeom>
          <a:noFill/>
        </p:spPr>
        <p:txBody>
          <a:bodyPr wrap="square" rtlCol="0">
            <a:spAutoFit/>
          </a:bodyPr>
          <a:lstStyle/>
          <a:p>
            <a:r>
              <a:rPr lang="en-US" altLang="ko-KR" b="1" dirty="0"/>
              <a:t>Main idea</a:t>
            </a:r>
          </a:p>
          <a:p>
            <a:r>
              <a:rPr lang="en-US" altLang="ko-KR" dirty="0"/>
              <a:t>Convolution Network guess other invisible aspects.</a:t>
            </a:r>
          </a:p>
          <a:p>
            <a:r>
              <a:rPr lang="en-US" altLang="ko-KR" dirty="0"/>
              <a:t>After that, results are fused to point cloud and get mesh</a:t>
            </a:r>
            <a:endParaRPr lang="ko-KR" altLang="en-US" dirty="0"/>
          </a:p>
        </p:txBody>
      </p:sp>
      <p:pic>
        <p:nvPicPr>
          <p:cNvPr id="3" name="그림 2">
            <a:extLst>
              <a:ext uri="{FF2B5EF4-FFF2-40B4-BE49-F238E27FC236}">
                <a16:creationId xmlns:a16="http://schemas.microsoft.com/office/drawing/2014/main" id="{F662C562-82B3-4A46-9D78-E81349AC6538}"/>
              </a:ext>
            </a:extLst>
          </p:cNvPr>
          <p:cNvPicPr>
            <a:picLocks noChangeAspect="1"/>
          </p:cNvPicPr>
          <p:nvPr/>
        </p:nvPicPr>
        <p:blipFill>
          <a:blip r:embed="rId2"/>
          <a:stretch>
            <a:fillRect/>
          </a:stretch>
        </p:blipFill>
        <p:spPr>
          <a:xfrm>
            <a:off x="1216127" y="1815771"/>
            <a:ext cx="9242770" cy="1569748"/>
          </a:xfrm>
          <a:prstGeom prst="rect">
            <a:avLst/>
          </a:prstGeom>
        </p:spPr>
      </p:pic>
      <p:sp>
        <p:nvSpPr>
          <p:cNvPr id="9" name="TextBox 8">
            <a:extLst>
              <a:ext uri="{FF2B5EF4-FFF2-40B4-BE49-F238E27FC236}">
                <a16:creationId xmlns:a16="http://schemas.microsoft.com/office/drawing/2014/main" id="{59717AD9-524B-4A55-96C2-884A82269228}"/>
              </a:ext>
            </a:extLst>
          </p:cNvPr>
          <p:cNvSpPr txBox="1"/>
          <p:nvPr/>
        </p:nvSpPr>
        <p:spPr>
          <a:xfrm>
            <a:off x="7860144" y="1106898"/>
            <a:ext cx="1259218" cy="646331"/>
          </a:xfrm>
          <a:prstGeom prst="rect">
            <a:avLst/>
          </a:prstGeom>
          <a:noFill/>
        </p:spPr>
        <p:txBody>
          <a:bodyPr wrap="square" rtlCol="0">
            <a:spAutoFit/>
          </a:bodyPr>
          <a:lstStyle/>
          <a:p>
            <a:r>
              <a:rPr lang="en-US" altLang="ko-KR" dirty="0"/>
              <a:t>Dataset : </a:t>
            </a:r>
            <a:r>
              <a:rPr lang="en-US" altLang="ko-KR" dirty="0" err="1"/>
              <a:t>ShapeNet</a:t>
            </a:r>
            <a:endParaRPr lang="ko-KR" altLang="en-US" dirty="0"/>
          </a:p>
        </p:txBody>
      </p:sp>
    </p:spTree>
    <p:extLst>
      <p:ext uri="{BB962C8B-B14F-4D97-AF65-F5344CB8AC3E}">
        <p14:creationId xmlns:p14="http://schemas.microsoft.com/office/powerpoint/2010/main" val="30992856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Autofit/>
          </a:bodyPr>
          <a:lstStyle/>
          <a:p>
            <a:r>
              <a:rPr lang="en-US" altLang="ko-KR" sz="3200" b="1" dirty="0"/>
              <a:t>1-2. Special note</a:t>
            </a:r>
            <a:endParaRPr lang="ko-KR" altLang="en-US" sz="3200" b="1" dirty="0"/>
          </a:p>
        </p:txBody>
      </p:sp>
      <p:sp>
        <p:nvSpPr>
          <p:cNvPr id="7" name="TextBox 6">
            <a:extLst>
              <a:ext uri="{FF2B5EF4-FFF2-40B4-BE49-F238E27FC236}">
                <a16:creationId xmlns:a16="http://schemas.microsoft.com/office/drawing/2014/main" id="{A9218904-0F1C-438E-8DAB-43BD95220314}"/>
              </a:ext>
            </a:extLst>
          </p:cNvPr>
          <p:cNvSpPr txBox="1"/>
          <p:nvPr/>
        </p:nvSpPr>
        <p:spPr>
          <a:xfrm>
            <a:off x="4737512" y="2641765"/>
            <a:ext cx="7149688" cy="923330"/>
          </a:xfrm>
          <a:prstGeom prst="rect">
            <a:avLst/>
          </a:prstGeom>
          <a:noFill/>
        </p:spPr>
        <p:txBody>
          <a:bodyPr wrap="square" rtlCol="0">
            <a:spAutoFit/>
          </a:bodyPr>
          <a:lstStyle/>
          <a:p>
            <a:r>
              <a:rPr lang="en-US" altLang="ko-KR" dirty="0"/>
              <a:t>Past objects into random backgrounds to make them realistic.</a:t>
            </a:r>
          </a:p>
          <a:p>
            <a:endParaRPr lang="en-US" altLang="ko-KR" dirty="0"/>
          </a:p>
          <a:p>
            <a:r>
              <a:rPr lang="en-US" altLang="ko-KR" dirty="0"/>
              <a:t>So, the network learns to automatically segment out the object</a:t>
            </a:r>
            <a:endParaRPr lang="ko-KR" altLang="en-US" dirty="0"/>
          </a:p>
        </p:txBody>
      </p:sp>
      <p:pic>
        <p:nvPicPr>
          <p:cNvPr id="4" name="그림 3">
            <a:extLst>
              <a:ext uri="{FF2B5EF4-FFF2-40B4-BE49-F238E27FC236}">
                <a16:creationId xmlns:a16="http://schemas.microsoft.com/office/drawing/2014/main" id="{0C37DD1A-BD3F-4584-BA98-6163666F3A28}"/>
              </a:ext>
            </a:extLst>
          </p:cNvPr>
          <p:cNvPicPr>
            <a:picLocks noChangeAspect="1"/>
          </p:cNvPicPr>
          <p:nvPr/>
        </p:nvPicPr>
        <p:blipFill>
          <a:blip r:embed="rId2"/>
          <a:stretch>
            <a:fillRect/>
          </a:stretch>
        </p:blipFill>
        <p:spPr>
          <a:xfrm>
            <a:off x="1474356" y="1887147"/>
            <a:ext cx="2857500" cy="2857500"/>
          </a:xfrm>
          <a:prstGeom prst="rect">
            <a:avLst/>
          </a:prstGeom>
        </p:spPr>
      </p:pic>
      <p:sp>
        <p:nvSpPr>
          <p:cNvPr id="6" name="TextBox 5">
            <a:extLst>
              <a:ext uri="{FF2B5EF4-FFF2-40B4-BE49-F238E27FC236}">
                <a16:creationId xmlns:a16="http://schemas.microsoft.com/office/drawing/2014/main" id="{1B66B26B-C499-406F-ACE7-1B868C2D51E1}"/>
              </a:ext>
            </a:extLst>
          </p:cNvPr>
          <p:cNvSpPr txBox="1"/>
          <p:nvPr/>
        </p:nvSpPr>
        <p:spPr>
          <a:xfrm>
            <a:off x="1474356" y="5049393"/>
            <a:ext cx="6420015" cy="646331"/>
          </a:xfrm>
          <a:prstGeom prst="rect">
            <a:avLst/>
          </a:prstGeom>
          <a:noFill/>
        </p:spPr>
        <p:txBody>
          <a:bodyPr wrap="square" rtlCol="0">
            <a:spAutoFit/>
          </a:bodyPr>
          <a:lstStyle/>
          <a:p>
            <a:r>
              <a:rPr lang="en-US" altLang="ko-KR" dirty="0"/>
              <a:t>The first paper which can apply the network to images with non-homogeneous background and natural images</a:t>
            </a:r>
            <a:endParaRPr lang="ko-KR" altLang="en-US" dirty="0"/>
          </a:p>
        </p:txBody>
      </p:sp>
    </p:spTree>
    <p:extLst>
      <p:ext uri="{BB962C8B-B14F-4D97-AF65-F5344CB8AC3E}">
        <p14:creationId xmlns:p14="http://schemas.microsoft.com/office/powerpoint/2010/main" val="27403004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Autofit/>
          </a:bodyPr>
          <a:lstStyle/>
          <a:p>
            <a:r>
              <a:rPr lang="en-US" altLang="ko-KR" sz="3200" b="1" dirty="0"/>
              <a:t>2-1. Architecture</a:t>
            </a:r>
            <a:endParaRPr lang="ko-KR" altLang="en-US" sz="3200" b="1" dirty="0"/>
          </a:p>
        </p:txBody>
      </p:sp>
      <p:pic>
        <p:nvPicPr>
          <p:cNvPr id="3" name="그림 2">
            <a:extLst>
              <a:ext uri="{FF2B5EF4-FFF2-40B4-BE49-F238E27FC236}">
                <a16:creationId xmlns:a16="http://schemas.microsoft.com/office/drawing/2014/main" id="{120FD83E-8B37-4AC6-B376-6AE1490D129C}"/>
              </a:ext>
            </a:extLst>
          </p:cNvPr>
          <p:cNvPicPr>
            <a:picLocks noChangeAspect="1"/>
          </p:cNvPicPr>
          <p:nvPr/>
        </p:nvPicPr>
        <p:blipFill>
          <a:blip r:embed="rId2"/>
          <a:stretch>
            <a:fillRect/>
          </a:stretch>
        </p:blipFill>
        <p:spPr>
          <a:xfrm>
            <a:off x="1309687" y="1489507"/>
            <a:ext cx="9572625" cy="2733675"/>
          </a:xfrm>
          <a:prstGeom prst="rect">
            <a:avLst/>
          </a:prstGeom>
        </p:spPr>
      </p:pic>
      <p:sp>
        <p:nvSpPr>
          <p:cNvPr id="5" name="직사각형 4">
            <a:extLst>
              <a:ext uri="{FF2B5EF4-FFF2-40B4-BE49-F238E27FC236}">
                <a16:creationId xmlns:a16="http://schemas.microsoft.com/office/drawing/2014/main" id="{31140095-69CA-4037-8111-FEE2481159DB}"/>
              </a:ext>
            </a:extLst>
          </p:cNvPr>
          <p:cNvSpPr/>
          <p:nvPr/>
        </p:nvSpPr>
        <p:spPr>
          <a:xfrm>
            <a:off x="1309687" y="4223182"/>
            <a:ext cx="8517804" cy="1200329"/>
          </a:xfrm>
          <a:prstGeom prst="rect">
            <a:avLst/>
          </a:prstGeom>
        </p:spPr>
        <p:txBody>
          <a:bodyPr wrap="square">
            <a:spAutoFit/>
          </a:bodyPr>
          <a:lstStyle/>
          <a:p>
            <a:r>
              <a:rPr lang="en-US" altLang="ko-KR" dirty="0"/>
              <a:t>The architecture of our network. The encoder (blue) turns an input image into an abstract 3D representation. The decoder (green) processes the angle, modifies the encoded hidden representation accordingly, and renders the final image together with the depth map</a:t>
            </a:r>
            <a:endParaRPr lang="ko-KR" altLang="en-US" dirty="0"/>
          </a:p>
        </p:txBody>
      </p:sp>
    </p:spTree>
    <p:extLst>
      <p:ext uri="{BB962C8B-B14F-4D97-AF65-F5344CB8AC3E}">
        <p14:creationId xmlns:p14="http://schemas.microsoft.com/office/powerpoint/2010/main" val="3980979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Autofit/>
          </a:bodyPr>
          <a:lstStyle/>
          <a:p>
            <a:r>
              <a:rPr lang="en-US" altLang="ko-KR" sz="3200" b="1" dirty="0"/>
              <a:t>2-2. Loss</a:t>
            </a:r>
            <a:endParaRPr lang="ko-KR" altLang="en-US" sz="3200" b="1" dirty="0"/>
          </a:p>
        </p:txBody>
      </p:sp>
      <p:pic>
        <p:nvPicPr>
          <p:cNvPr id="3" name="그림 2">
            <a:extLst>
              <a:ext uri="{FF2B5EF4-FFF2-40B4-BE49-F238E27FC236}">
                <a16:creationId xmlns:a16="http://schemas.microsoft.com/office/drawing/2014/main" id="{B32A1A3E-EED5-41D6-A5F7-91048E86F00E}"/>
              </a:ext>
            </a:extLst>
          </p:cNvPr>
          <p:cNvPicPr>
            <a:picLocks noChangeAspect="1"/>
          </p:cNvPicPr>
          <p:nvPr/>
        </p:nvPicPr>
        <p:blipFill>
          <a:blip r:embed="rId2"/>
          <a:stretch>
            <a:fillRect/>
          </a:stretch>
        </p:blipFill>
        <p:spPr>
          <a:xfrm>
            <a:off x="1346612" y="2684240"/>
            <a:ext cx="3390900" cy="685800"/>
          </a:xfrm>
          <a:prstGeom prst="rect">
            <a:avLst/>
          </a:prstGeom>
        </p:spPr>
      </p:pic>
      <p:sp>
        <p:nvSpPr>
          <p:cNvPr id="5" name="직사각형 4">
            <a:extLst>
              <a:ext uri="{FF2B5EF4-FFF2-40B4-BE49-F238E27FC236}">
                <a16:creationId xmlns:a16="http://schemas.microsoft.com/office/drawing/2014/main" id="{2E019F6C-0C4D-44B3-A713-4A50BC67C0B3}"/>
              </a:ext>
            </a:extLst>
          </p:cNvPr>
          <p:cNvSpPr/>
          <p:nvPr/>
        </p:nvSpPr>
        <p:spPr>
          <a:xfrm>
            <a:off x="5257800" y="2684240"/>
            <a:ext cx="6096000" cy="923330"/>
          </a:xfrm>
          <a:prstGeom prst="rect">
            <a:avLst/>
          </a:prstGeom>
        </p:spPr>
        <p:txBody>
          <a:bodyPr>
            <a:spAutoFit/>
          </a:bodyPr>
          <a:lstStyle/>
          <a:p>
            <a:r>
              <a:rPr lang="en-US" altLang="ko-KR" dirty="0"/>
              <a:t>y and d are the outputs of the network and λ is the weighting coefficient. </a:t>
            </a:r>
          </a:p>
          <a:p>
            <a:r>
              <a:rPr lang="en-US" altLang="ko-KR" dirty="0"/>
              <a:t>We used λ = 0.1 in our experiments.</a:t>
            </a:r>
            <a:endParaRPr lang="ko-KR" altLang="en-US" dirty="0"/>
          </a:p>
        </p:txBody>
      </p:sp>
    </p:spTree>
    <p:extLst>
      <p:ext uri="{BB962C8B-B14F-4D97-AF65-F5344CB8AC3E}">
        <p14:creationId xmlns:p14="http://schemas.microsoft.com/office/powerpoint/2010/main" val="39139037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Autofit/>
          </a:bodyPr>
          <a:lstStyle/>
          <a:p>
            <a:r>
              <a:rPr lang="en-US" altLang="ko-KR" sz="3200" b="1" dirty="0"/>
              <a:t>2-3. Multi-view 3D to point cloud and mesh</a:t>
            </a:r>
            <a:endParaRPr lang="ko-KR" altLang="en-US" sz="3200" b="1" dirty="0"/>
          </a:p>
        </p:txBody>
      </p:sp>
      <p:pic>
        <p:nvPicPr>
          <p:cNvPr id="4" name="그림 3">
            <a:extLst>
              <a:ext uri="{FF2B5EF4-FFF2-40B4-BE49-F238E27FC236}">
                <a16:creationId xmlns:a16="http://schemas.microsoft.com/office/drawing/2014/main" id="{B398C1AF-CF92-4547-B866-33EA8D39AD69}"/>
              </a:ext>
            </a:extLst>
          </p:cNvPr>
          <p:cNvPicPr>
            <a:picLocks noChangeAspect="1"/>
          </p:cNvPicPr>
          <p:nvPr/>
        </p:nvPicPr>
        <p:blipFill>
          <a:blip r:embed="rId2"/>
          <a:stretch>
            <a:fillRect/>
          </a:stretch>
        </p:blipFill>
        <p:spPr>
          <a:xfrm>
            <a:off x="1256145" y="1790135"/>
            <a:ext cx="8953500" cy="3438525"/>
          </a:xfrm>
          <a:prstGeom prst="rect">
            <a:avLst/>
          </a:prstGeom>
        </p:spPr>
      </p:pic>
    </p:spTree>
    <p:extLst>
      <p:ext uri="{BB962C8B-B14F-4D97-AF65-F5344CB8AC3E}">
        <p14:creationId xmlns:p14="http://schemas.microsoft.com/office/powerpoint/2010/main" val="8025590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Autofit/>
          </a:bodyPr>
          <a:lstStyle/>
          <a:p>
            <a:r>
              <a:rPr lang="en-US" altLang="ko-KR" sz="3200" b="1" dirty="0"/>
              <a:t>3. results</a:t>
            </a:r>
            <a:endParaRPr lang="ko-KR" altLang="en-US" sz="3200" b="1" dirty="0"/>
          </a:p>
        </p:txBody>
      </p:sp>
      <p:pic>
        <p:nvPicPr>
          <p:cNvPr id="3" name="그림 2">
            <a:extLst>
              <a:ext uri="{FF2B5EF4-FFF2-40B4-BE49-F238E27FC236}">
                <a16:creationId xmlns:a16="http://schemas.microsoft.com/office/drawing/2014/main" id="{6E4B9AB7-9DC7-4232-A1BE-2E31885CA191}"/>
              </a:ext>
            </a:extLst>
          </p:cNvPr>
          <p:cNvPicPr>
            <a:picLocks noChangeAspect="1"/>
          </p:cNvPicPr>
          <p:nvPr/>
        </p:nvPicPr>
        <p:blipFill>
          <a:blip r:embed="rId2"/>
          <a:stretch>
            <a:fillRect/>
          </a:stretch>
        </p:blipFill>
        <p:spPr>
          <a:xfrm>
            <a:off x="1386609" y="1393103"/>
            <a:ext cx="9067800" cy="4829175"/>
          </a:xfrm>
          <a:prstGeom prst="rect">
            <a:avLst/>
          </a:prstGeom>
        </p:spPr>
      </p:pic>
    </p:spTree>
    <p:extLst>
      <p:ext uri="{BB962C8B-B14F-4D97-AF65-F5344CB8AC3E}">
        <p14:creationId xmlns:p14="http://schemas.microsoft.com/office/powerpoint/2010/main" val="2781615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Autofit/>
          </a:bodyPr>
          <a:lstStyle/>
          <a:p>
            <a:r>
              <a:rPr lang="en-US" altLang="ko-KR" sz="3200" b="1" dirty="0"/>
              <a:t>3. results</a:t>
            </a:r>
            <a:endParaRPr lang="ko-KR" altLang="en-US" sz="3200" b="1" dirty="0"/>
          </a:p>
        </p:txBody>
      </p:sp>
      <p:pic>
        <p:nvPicPr>
          <p:cNvPr id="5" name="그림 4">
            <a:extLst>
              <a:ext uri="{FF2B5EF4-FFF2-40B4-BE49-F238E27FC236}">
                <a16:creationId xmlns:a16="http://schemas.microsoft.com/office/drawing/2014/main" id="{FA085DCB-E33C-44AC-AEBF-34992643FDD9}"/>
              </a:ext>
            </a:extLst>
          </p:cNvPr>
          <p:cNvPicPr>
            <a:picLocks noChangeAspect="1"/>
          </p:cNvPicPr>
          <p:nvPr/>
        </p:nvPicPr>
        <p:blipFill>
          <a:blip r:embed="rId2"/>
          <a:stretch>
            <a:fillRect/>
          </a:stretch>
        </p:blipFill>
        <p:spPr>
          <a:xfrm>
            <a:off x="838200" y="1839191"/>
            <a:ext cx="10637693" cy="2145607"/>
          </a:xfrm>
          <a:prstGeom prst="rect">
            <a:avLst/>
          </a:prstGeom>
        </p:spPr>
      </p:pic>
      <p:sp>
        <p:nvSpPr>
          <p:cNvPr id="6" name="TextBox 5">
            <a:extLst>
              <a:ext uri="{FF2B5EF4-FFF2-40B4-BE49-F238E27FC236}">
                <a16:creationId xmlns:a16="http://schemas.microsoft.com/office/drawing/2014/main" id="{87AE26D8-A936-4E89-96F1-009154E30054}"/>
              </a:ext>
            </a:extLst>
          </p:cNvPr>
          <p:cNvSpPr txBox="1"/>
          <p:nvPr/>
        </p:nvSpPr>
        <p:spPr>
          <a:xfrm>
            <a:off x="838200" y="4248893"/>
            <a:ext cx="7149688" cy="369332"/>
          </a:xfrm>
          <a:prstGeom prst="rect">
            <a:avLst/>
          </a:prstGeom>
          <a:noFill/>
        </p:spPr>
        <p:txBody>
          <a:bodyPr wrap="square" rtlCol="0">
            <a:spAutoFit/>
          </a:bodyPr>
          <a:lstStyle/>
          <a:p>
            <a:r>
              <a:rPr lang="en-US" altLang="ko-KR" dirty="0"/>
              <a:t>Prediction about real car</a:t>
            </a:r>
            <a:endParaRPr lang="ko-KR" altLang="en-US" dirty="0"/>
          </a:p>
        </p:txBody>
      </p:sp>
    </p:spTree>
    <p:extLst>
      <p:ext uri="{BB962C8B-B14F-4D97-AF65-F5344CB8AC3E}">
        <p14:creationId xmlns:p14="http://schemas.microsoft.com/office/powerpoint/2010/main" val="42664257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Autofit/>
          </a:bodyPr>
          <a:lstStyle/>
          <a:p>
            <a:r>
              <a:rPr lang="en-US" altLang="ko-KR" sz="3200" b="1" dirty="0"/>
              <a:t>3. results</a:t>
            </a:r>
            <a:endParaRPr lang="ko-KR" altLang="en-US" sz="3200" b="1" dirty="0"/>
          </a:p>
        </p:txBody>
      </p:sp>
      <p:pic>
        <p:nvPicPr>
          <p:cNvPr id="3" name="그림 2">
            <a:extLst>
              <a:ext uri="{FF2B5EF4-FFF2-40B4-BE49-F238E27FC236}">
                <a16:creationId xmlns:a16="http://schemas.microsoft.com/office/drawing/2014/main" id="{72E932B3-40CA-4453-A2DD-E733C5ECEB23}"/>
              </a:ext>
            </a:extLst>
          </p:cNvPr>
          <p:cNvPicPr>
            <a:picLocks noChangeAspect="1"/>
          </p:cNvPicPr>
          <p:nvPr/>
        </p:nvPicPr>
        <p:blipFill>
          <a:blip r:embed="rId2"/>
          <a:stretch>
            <a:fillRect/>
          </a:stretch>
        </p:blipFill>
        <p:spPr>
          <a:xfrm>
            <a:off x="1240559" y="1509712"/>
            <a:ext cx="8953500" cy="3838575"/>
          </a:xfrm>
          <a:prstGeom prst="rect">
            <a:avLst/>
          </a:prstGeom>
        </p:spPr>
      </p:pic>
      <p:sp>
        <p:nvSpPr>
          <p:cNvPr id="4" name="직사각형 3">
            <a:extLst>
              <a:ext uri="{FF2B5EF4-FFF2-40B4-BE49-F238E27FC236}">
                <a16:creationId xmlns:a16="http://schemas.microsoft.com/office/drawing/2014/main" id="{6A0AC15D-2567-49E5-BF35-9464BFB276EF}"/>
              </a:ext>
            </a:extLst>
          </p:cNvPr>
          <p:cNvSpPr/>
          <p:nvPr/>
        </p:nvSpPr>
        <p:spPr>
          <a:xfrm>
            <a:off x="1240559" y="5348287"/>
            <a:ext cx="6096000" cy="923330"/>
          </a:xfrm>
          <a:prstGeom prst="rect">
            <a:avLst/>
          </a:prstGeom>
        </p:spPr>
        <p:txBody>
          <a:bodyPr>
            <a:spAutoFit/>
          </a:bodyPr>
          <a:lstStyle/>
          <a:p>
            <a:r>
              <a:rPr lang="en-US" altLang="ko-KR"/>
              <a:t>If the input viewpoint reveals much about the shape of the car, such as the side-view input, the generated images match the ground truth quite well</a:t>
            </a:r>
            <a:endParaRPr lang="ko-KR" altLang="en-US" dirty="0"/>
          </a:p>
        </p:txBody>
      </p:sp>
    </p:spTree>
    <p:extLst>
      <p:ext uri="{BB962C8B-B14F-4D97-AF65-F5344CB8AC3E}">
        <p14:creationId xmlns:p14="http://schemas.microsoft.com/office/powerpoint/2010/main" val="3515493198"/>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3899</TotalTime>
  <Words>204</Words>
  <Application>Microsoft Office PowerPoint</Application>
  <PresentationFormat>와이드스크린</PresentationFormat>
  <Paragraphs>23</Paragraphs>
  <Slides>9</Slides>
  <Notes>0</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9</vt:i4>
      </vt:variant>
    </vt:vector>
  </HeadingPairs>
  <TitlesOfParts>
    <vt:vector size="12" baseType="lpstr">
      <vt:lpstr>맑은 고딕</vt:lpstr>
      <vt:lpstr>Arial</vt:lpstr>
      <vt:lpstr>Office 테마</vt:lpstr>
      <vt:lpstr>Multi-view 3D Models from Single Images  with a Convolutional Network</vt:lpstr>
      <vt:lpstr>1-1. Introduce</vt:lpstr>
      <vt:lpstr>1-2. Special note</vt:lpstr>
      <vt:lpstr>2-1. Architecture</vt:lpstr>
      <vt:lpstr>2-2. Loss</vt:lpstr>
      <vt:lpstr>2-3. Multi-view 3D to point cloud and mesh</vt:lpstr>
      <vt:lpstr>3. results</vt:lpstr>
      <vt:lpstr>3. results</vt:lpstr>
      <vt:lpstr>3. results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Rome in a Day</dc:title>
  <dc:creator>SE SONG KIM</dc:creator>
  <cp:lastModifiedBy>차 진혁</cp:lastModifiedBy>
  <cp:revision>112</cp:revision>
  <dcterms:created xsi:type="dcterms:W3CDTF">2017-11-29T12:10:53Z</dcterms:created>
  <dcterms:modified xsi:type="dcterms:W3CDTF">2018-05-24T06:12:44Z</dcterms:modified>
</cp:coreProperties>
</file>