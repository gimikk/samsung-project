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1" r:id="rId14"/>
    <p:sldId id="269" r:id="rId15"/>
    <p:sldId id="270" r:id="rId16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4270" autoAdjust="0"/>
  </p:normalViewPr>
  <p:slideViewPr>
    <p:cSldViewPr>
      <p:cViewPr varScale="1">
        <p:scale>
          <a:sx n="82" d="100"/>
          <a:sy n="82" d="100"/>
        </p:scale>
        <p:origin x="-1299" y="-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032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6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47BA7-1032-4A4A-B25A-4CB00937FC27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6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A10E1-8890-4C8F-8792-EA2DA7F49C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0424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6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C0D8D-DD65-43E8-B6D1-01BACE5AE06B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6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D3970-DFF6-4A88-8A04-BBA1C27521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1553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Picture 2" descr="C:\Users\HYEONC~1\AppData\Local\Temp\BNZ.52478a96e77611e\1-02-Communicative-Log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6359846"/>
            <a:ext cx="1224136" cy="381522"/>
          </a:xfrm>
          <a:prstGeom prst="rect">
            <a:avLst/>
          </a:prstGeom>
          <a:noFill/>
        </p:spPr>
      </p:pic>
      <p:cxnSp>
        <p:nvCxnSpPr>
          <p:cNvPr id="17" name="직선 연결선 16"/>
          <p:cNvCxnSpPr/>
          <p:nvPr/>
        </p:nvCxnSpPr>
        <p:spPr>
          <a:xfrm flipH="1">
            <a:off x="179512" y="6266985"/>
            <a:ext cx="878497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Tx/>
              <a:buNone/>
              <a:defRPr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C:\Users\HYEONC~1\AppData\Local\Temp\BNZ.52478a96e77611e\1-02-Communicative-Log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6359846"/>
            <a:ext cx="1224136" cy="381522"/>
          </a:xfrm>
          <a:prstGeom prst="rect">
            <a:avLst/>
          </a:prstGeom>
          <a:noFill/>
        </p:spPr>
      </p:pic>
      <p:cxnSp>
        <p:nvCxnSpPr>
          <p:cNvPr id="8" name="직선 연결선 7"/>
          <p:cNvCxnSpPr/>
          <p:nvPr/>
        </p:nvCxnSpPr>
        <p:spPr>
          <a:xfrm flipH="1">
            <a:off x="179512" y="6266985"/>
            <a:ext cx="878497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flipH="1">
            <a:off x="179512" y="980728"/>
            <a:ext cx="878497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5/23/2018</a:t>
            </a:fld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518520" y="636012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3200" b="1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png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19200"/>
            <a:ext cx="9144000" cy="2281808"/>
          </a:xfrm>
        </p:spPr>
        <p:txBody>
          <a:bodyPr>
            <a:noAutofit/>
          </a:bodyPr>
          <a:lstStyle/>
          <a:p>
            <a:pPr latinLnBrk="0"/>
            <a:r>
              <a:rPr lang="en-US" sz="4000" b="0" dirty="0" err="1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DenseReg</a:t>
            </a: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: Fully </a:t>
            </a:r>
            <a:r>
              <a:rPr lang="en-US" sz="4000" b="0" dirty="0" err="1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Convolutional</a:t>
            </a: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 Dense Shape Regression In-the-Wild</a:t>
            </a:r>
            <a:endParaRPr lang="en-US" sz="4000" b="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ootlight MT Light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8" y="4929198"/>
            <a:ext cx="1714512" cy="938202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201</a:t>
            </a:r>
            <a:r>
              <a:rPr lang="en-US" altLang="zh-CN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8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-</a:t>
            </a:r>
            <a:r>
              <a:rPr lang="en-US" altLang="zh-CN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05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-</a:t>
            </a:r>
            <a:r>
              <a:rPr lang="en-US" altLang="zh-CN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23</a:t>
            </a:r>
            <a:endParaRPr lang="en-US" sz="2400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algn="just"/>
            <a:r>
              <a:rPr lang="en-US" sz="2400" dirty="0" err="1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Yucheng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Lu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endParaRPr lang="en-US" sz="20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3645024"/>
            <a:ext cx="9144000" cy="8572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lvl="0" algn="ctr" fontAlgn="ctr">
              <a:spcBef>
                <a:spcPct val="20000"/>
              </a:spcBef>
              <a:defRPr/>
            </a:pP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Rıza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 Alp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Guler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,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 George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Trigeorgis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Epameinondas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Antonakos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, </a:t>
            </a:r>
          </a:p>
          <a:p>
            <a:pPr lvl="0" algn="ctr" fontAlgn="ctr">
              <a:spcBef>
                <a:spcPct val="20000"/>
              </a:spcBef>
              <a:defRPr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Patrick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Snape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Stefanos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Zafeiriou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,  and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Iasonas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 Kokkinos</a:t>
            </a:r>
          </a:p>
          <a:p>
            <a:pPr lvl="0" algn="ctr" fontAlgn="ctr">
              <a:spcBef>
                <a:spcPct val="20000"/>
              </a:spcBef>
              <a:defRPr/>
            </a:pP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  <a:latin typeface="Footlight MT Light" pitchFamily="18" charset="0"/>
                <a:cs typeface="Times New Roman" pitchFamily="18" charset="0"/>
              </a:rPr>
              <a:t>CVPR 2017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Footlight MT Light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55561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Contents</a:t>
            </a:r>
            <a:endParaRPr lang="en-US" sz="4000" b="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ootlight MT Light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latinLnBrk="0">
              <a:buAutoNum type="arabicPeriod"/>
            </a:pP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Introduction</a:t>
            </a:r>
          </a:p>
          <a:p>
            <a:pPr marL="342900" indent="-342900" latinLnBrk="0">
              <a:buAutoNum type="arabicPeriod"/>
            </a:pPr>
            <a:endParaRPr lang="en-US" sz="3200" b="1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marL="342900" indent="-342900" latinLnBrk="0">
              <a:buAutoNum type="arabicPeriod"/>
            </a:pP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R</a:t>
            </a:r>
            <a:r>
              <a:rPr lang="en-US" altLang="zh-CN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elated works</a:t>
            </a:r>
            <a:endParaRPr lang="en-US" sz="3200" b="1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marL="342900" indent="-342900" latinLnBrk="0">
              <a:buAutoNum type="arabicPeriod"/>
            </a:pPr>
            <a:endParaRPr lang="en-US" sz="3200" b="1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marL="342900" indent="-342900" latinLnBrk="0">
              <a:buAutoNum type="arabicPeriod"/>
            </a:pP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Proposed method</a:t>
            </a:r>
          </a:p>
          <a:p>
            <a:pPr marL="342900" indent="-342900" latinLnBrk="0">
              <a:buAutoNum type="arabicPeriod"/>
            </a:pPr>
            <a:endParaRPr lang="en-US" sz="3200" b="1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marL="342900" indent="-342900" latinLnBrk="0">
              <a:buAutoNum type="arabicPeriod"/>
            </a:pP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Experiment result</a:t>
            </a:r>
          </a:p>
          <a:p>
            <a:pPr marL="342900" indent="-342900" latinLnBrk="0">
              <a:buAutoNum type="arabicPeriod"/>
            </a:pPr>
            <a:endParaRPr lang="en-US" sz="2400" b="1" dirty="0" smtClean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Introduction</a:t>
            </a:r>
            <a:endParaRPr lang="en-US" sz="4000" b="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ootlight MT Light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This paper treats the task of learning a mapping from image to a dense template as a regression problem and proposes a fully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convolutional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network called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DenseReg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to achieve it.</a:t>
            </a: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2170124"/>
            <a:ext cx="4857784" cy="3978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Related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 latinLnBrk="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CNN-based methods of non-planar object deformations often discard shape-related information by employing local “max-pooling” operations to achieve local translation invariant. There is no CNN that explicitly extract dense shape correspondences. </a:t>
            </a:r>
          </a:p>
          <a:p>
            <a:pPr marL="457200" indent="-457200" algn="just" latinLnBrk="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Other approaches that relay on Statistical Deformable Models (SDMs), such as Active Appearance Models (AAMs), 3D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Morphable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Models (3DMMs) explicitly recover dense correspondences between a deformation-free template and the observed image. However, they require time-demanding interactions, especially when the initial template is far from the solution.</a:t>
            </a:r>
          </a:p>
        </p:txBody>
      </p:sp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Basic flow chart: given an image, learn a series of parameters in a “canonical” face space that can deform the template to the target.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9107" y="2148180"/>
            <a:ext cx="7885786" cy="2955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Obtaining the ground truth: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Assume a template mesh                        , we want a mapping that maps it to a canonical UV space: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Which can be obtained by cylindrical unwrapping: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643306" y="1571612"/>
          <a:ext cx="1753478" cy="428628"/>
        </p:xfrm>
        <a:graphic>
          <a:graphicData uri="http://schemas.openxmlformats.org/presentationml/2006/ole">
            <p:oleObj spid="_x0000_s3074" name="Equation" r:id="rId3" imgW="1143000" imgH="279360" progId="Equation.DSMT4">
              <p:embed/>
            </p:oleObj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071802" y="2357430"/>
          <a:ext cx="3000397" cy="446005"/>
        </p:xfrm>
        <a:graphic>
          <a:graphicData uri="http://schemas.openxmlformats.org/presentationml/2006/ole">
            <p:oleObj spid="_x0000_s3075" name="Equation" r:id="rId4" imgW="1879560" imgH="279360" progId="Equation.DSMT4">
              <p:embed/>
            </p:oleObj>
          </a:graphicData>
        </a:graphic>
      </p:graphicFrame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28860" y="3275964"/>
            <a:ext cx="4500594" cy="286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Obtaining the ground truth: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The dataset we used contains manually annotated facial landmarks, therefore the fitting of the template face to the images can be achieved by estimating the coordinate transformation for each vertex: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3357562"/>
            <a:ext cx="6649517" cy="1923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Obtaining the ground truth: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The dataset we used contains manually annotated facial landmarks, therefore the fitting of the template face to the images can be achieved by estimating the coordinate transformation for each vertex: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8375" y="3160728"/>
            <a:ext cx="7207250" cy="248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Purposes of Network: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Identify each pixel in the face while ignore non-face pixels;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Estimate coordinates in canonical face space for each face pixel.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Solution: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Use two module, one for identifying coarse face region, another for refining region-specific prediction for facial pixels’ U-V field.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Network structure: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To quantize the given face to U-V map, we tessellate the template face  with a Cartesian grid, and uniformly quantize the U and V coordinates into K bins (labels), thus a classification CNN can be used to predict these bins.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Horizontal and vertical coordinates are predicted individually.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8566" y="2857496"/>
            <a:ext cx="5566867" cy="2238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Network structure: (only horizontal is shown)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In the obtained ground truth, every position x is associated with a scalar value u in UV space. Rather than predicting u directly, we transform it into a pair of discrete q (quantization) and continuous r (residual):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668588" y="3000375"/>
          <a:ext cx="3549650" cy="1428750"/>
        </p:xfrm>
        <a:graphic>
          <a:graphicData uri="http://schemas.openxmlformats.org/presentationml/2006/ole">
            <p:oleObj spid="_x0000_s7170" name="Equation" r:id="rId3" imgW="2019240" imgH="81252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Network structure: (only horizontal is shown)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6621" y="1888490"/>
            <a:ext cx="5610758" cy="3474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Experiment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Training dataset: 3DDFA for existing ground truth, LFPW, HELEN, and AFW for faces in unconstrained conditions, pre-processed by DPM face detector.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CNN fine-tuning:  adopt  ResNet101 architecture with dilated convolution, with smooth L1 loss layers. The network is pre-trained by MS COCO dataset.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Code available at: </a:t>
            </a:r>
            <a:r>
              <a:rPr lang="en-US" sz="2400" i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github.com/</a:t>
            </a:r>
            <a:r>
              <a:rPr lang="en-US" sz="2400" i="1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ralpguler</a:t>
            </a:r>
            <a:r>
              <a:rPr lang="en-US" sz="2400" i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/</a:t>
            </a:r>
            <a:r>
              <a:rPr lang="en-US" sz="2400" i="1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DenseReg</a:t>
            </a:r>
            <a:endParaRPr lang="en-US" sz="2000" i="1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Experiment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Qualitative results:</a:t>
            </a: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275" y="1714488"/>
            <a:ext cx="8553450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Experiment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4114800" cy="5001419"/>
          </a:xfrm>
        </p:spPr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Transfer to human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body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representation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Use “Unite the People” dataset for training and testing;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Replace quantization net with partition net, the rest of the system remains the same;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test the performance only in visual consistence (no dense correspondence available).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2066" y="1142984"/>
            <a:ext cx="3321101" cy="4491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3180128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1416</TotalTime>
  <Words>605</Words>
  <Application>Microsoft Office PowerPoint</Application>
  <PresentationFormat>全屏显示(4:3)</PresentationFormat>
  <Paragraphs>72</Paragraphs>
  <Slides>15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template</vt:lpstr>
      <vt:lpstr>Equation</vt:lpstr>
      <vt:lpstr>DenseReg: Fully Convolutional Dense Shape Regression In-the-Wild</vt:lpstr>
      <vt:lpstr>Contents</vt:lpstr>
      <vt:lpstr>Introduction</vt:lpstr>
      <vt:lpstr>Related works</vt:lpstr>
      <vt:lpstr>Proposed method</vt:lpstr>
      <vt:lpstr>Proposed method</vt:lpstr>
      <vt:lpstr>Proposed method</vt:lpstr>
      <vt:lpstr>Proposed method</vt:lpstr>
      <vt:lpstr>Proposed method</vt:lpstr>
      <vt:lpstr>Proposed method</vt:lpstr>
      <vt:lpstr>Proposed method</vt:lpstr>
      <vt:lpstr>Proposed method</vt:lpstr>
      <vt:lpstr>Experiment result</vt:lpstr>
      <vt:lpstr>Experiment result</vt:lpstr>
      <vt:lpstr>Experiment result</vt:lpstr>
    </vt:vector>
  </TitlesOfParts>
  <Company>Dongguk Univ.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DenseReg: Fully Convolutional Dense Shape Regression In-the-Wild</dc:title>
  <dc:creator>Yucheng Lu</dc:creator>
  <cp:lastModifiedBy>Yucheng Lu</cp:lastModifiedBy>
  <cp:revision>36</cp:revision>
  <cp:lastPrinted>2016-11-04T01:08:44Z</cp:lastPrinted>
  <dcterms:created xsi:type="dcterms:W3CDTF">2018-05-21T06:51:39Z</dcterms:created>
  <dcterms:modified xsi:type="dcterms:W3CDTF">2018-05-23T01:58:32Z</dcterms:modified>
</cp:coreProperties>
</file>