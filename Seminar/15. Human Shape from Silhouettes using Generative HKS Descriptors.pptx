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1" r:id="rId15"/>
    <p:sldId id="270" r:id="rId16"/>
    <p:sldId id="271" r:id="rId17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70" autoAdjust="0"/>
  </p:normalViewPr>
  <p:slideViewPr>
    <p:cSldViewPr>
      <p:cViewPr varScale="1">
        <p:scale>
          <a:sx n="87" d="100"/>
          <a:sy n="87" d="100"/>
        </p:scale>
        <p:origin x="-1330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3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47BA7-1032-4A4A-B25A-4CB00937FC27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10E1-8890-4C8F-8792-EA2DA7F49C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0424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C0D8D-DD65-43E8-B6D1-01BACE5AE06B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D3970-DFF6-4A88-8A04-BBA1C27521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1553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2" descr="C:\Users\HYEONC~1\AppData\Local\Temp\BNZ.52478a96e77611e\1-02-Communicative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6359846"/>
            <a:ext cx="1224136" cy="381522"/>
          </a:xfrm>
          <a:prstGeom prst="rect">
            <a:avLst/>
          </a:prstGeom>
          <a:noFill/>
        </p:spPr>
      </p:pic>
      <p:cxnSp>
        <p:nvCxnSpPr>
          <p:cNvPr id="17" name="직선 연결선 16"/>
          <p:cNvCxnSpPr/>
          <p:nvPr/>
        </p:nvCxnSpPr>
        <p:spPr>
          <a:xfrm flipH="1">
            <a:off x="179512" y="6266985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HYEONC~1\AppData\Local\Temp\BNZ.52478a96e77611e\1-02-Communicative-Log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6359846"/>
            <a:ext cx="1224136" cy="381522"/>
          </a:xfrm>
          <a:prstGeom prst="rect">
            <a:avLst/>
          </a:prstGeom>
          <a:noFill/>
        </p:spPr>
      </p:pic>
      <p:cxnSp>
        <p:nvCxnSpPr>
          <p:cNvPr id="8" name="직선 연결선 7"/>
          <p:cNvCxnSpPr/>
          <p:nvPr/>
        </p:nvCxnSpPr>
        <p:spPr>
          <a:xfrm flipH="1">
            <a:off x="179512" y="6266985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H="1">
            <a:off x="179512" y="980728"/>
            <a:ext cx="8784976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6/27/2018</a:t>
            </a:fld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518520" y="63601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19200"/>
            <a:ext cx="9144000" cy="2281808"/>
          </a:xfrm>
        </p:spPr>
        <p:txBody>
          <a:bodyPr>
            <a:noAutofit/>
          </a:bodyPr>
          <a:lstStyle/>
          <a:p>
            <a:pPr latinLnBrk="0"/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ucida Fax" pitchFamily="18" charset="0"/>
              </a:rPr>
              <a:t>Human Shape from Silhouettes using Generative HKS Descriptors and Cross-Modal Neural Networks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ucida Fax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8" y="4929198"/>
            <a:ext cx="1714512" cy="93820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201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8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-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06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-</a:t>
            </a:r>
            <a:r>
              <a:rPr lang="en-US" altLang="zh-CN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27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  <a:latin typeface="Lucida Fax" pitchFamily="18" charset="0"/>
            </a:endParaRPr>
          </a:p>
          <a:p>
            <a:pPr algn="just"/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Yucheng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  <a:latin typeface="Lucida Fax" pitchFamily="18" charset="0"/>
              </a:rPr>
              <a:t> Lu</a:t>
            </a:r>
            <a:endParaRPr lang="en-US" sz="2400" dirty="0">
              <a:solidFill>
                <a:schemeClr val="accent5">
                  <a:lumMod val="75000"/>
                </a:schemeClr>
              </a:solidFill>
              <a:latin typeface="Lucida Fax" pitchFamily="18" charset="0"/>
            </a:endParaRPr>
          </a:p>
          <a:p>
            <a:endParaRPr lang="en-US" sz="20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3645024"/>
            <a:ext cx="9144000" cy="85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fontAlgn="ctr">
              <a:spcBef>
                <a:spcPct val="20000"/>
              </a:spcBef>
              <a:defRPr/>
            </a:pP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Endri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Dibra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Himanshu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 Jain,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Cengiz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Oztireli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  <a:latin typeface="Lucida Fax" pitchFamily="18" charset="0"/>
                <a:cs typeface="Times New Roman" pitchFamily="18" charset="0"/>
              </a:rPr>
              <a:t>, Remo Ziegler, and Markus Gross</a:t>
            </a:r>
            <a:endParaRPr lang="en-US" noProof="0" dirty="0" smtClean="0">
              <a:solidFill>
                <a:schemeClr val="bg1">
                  <a:lumMod val="65000"/>
                </a:schemeClr>
              </a:solidFill>
              <a:latin typeface="Lucida Fax" pitchFamily="18" charset="0"/>
              <a:cs typeface="Times New Roman" pitchFamily="18" charset="0"/>
            </a:endParaRPr>
          </a:p>
          <a:p>
            <a:pPr lvl="0" algn="ctr" fontAlgn="ctr">
              <a:spcBef>
                <a:spcPct val="20000"/>
              </a:spcBef>
              <a:defRPr/>
            </a:pPr>
            <a:r>
              <a: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Lucida Fax" pitchFamily="18" charset="0"/>
                <a:cs typeface="Times New Roman" pitchFamily="18" charset="0"/>
              </a:rPr>
              <a:t>CVPR 2017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Lucida Fax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556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Contents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Introduction</a:t>
            </a: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R</a:t>
            </a:r>
            <a:r>
              <a:rPr lang="en-US" altLang="zh-CN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elated works</a:t>
            </a: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Proposed method</a:t>
            </a:r>
          </a:p>
          <a:p>
            <a:pPr marL="342900" indent="-342900" latinLnBrk="0">
              <a:buAutoNum type="arabicPeriod"/>
            </a:pPr>
            <a:endParaRPr lang="en-US" sz="3200" b="1" dirty="0" smtClean="0">
              <a:solidFill>
                <a:schemeClr val="accent5">
                  <a:lumMod val="75000"/>
                </a:schemeClr>
              </a:solidFill>
              <a:latin typeface="Footlight MT Light" pitchFamily="18" charset="0"/>
            </a:endParaRPr>
          </a:p>
          <a:p>
            <a:pPr marL="342900" indent="-342900" latinLnBrk="0">
              <a:buAutoNum type="arabicPeriod"/>
            </a:pPr>
            <a:r>
              <a:rPr lang="en-US" sz="3200" b="1" dirty="0" smtClean="0">
                <a:solidFill>
                  <a:schemeClr val="accent5">
                    <a:lumMod val="75000"/>
                  </a:schemeClr>
                </a:solidFill>
                <a:latin typeface="Footlight MT Light" pitchFamily="18" charset="0"/>
              </a:rPr>
              <a:t> Experiment result</a:t>
            </a:r>
          </a:p>
          <a:p>
            <a:pPr marL="342900" indent="-342900" latinLnBrk="0">
              <a:buAutoNum type="arabicPeriod"/>
            </a:pPr>
            <a:endParaRPr lang="en-US" sz="2400" b="1" dirty="0" smtClean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Introduction</a:t>
            </a:r>
            <a:endParaRPr lang="en-US" sz="4000" b="0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ootlight MT Light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This paper proposed a method for capturing human body shape from a single scaled silhouette, by combining deep correlated features capturing different 2D views, and embedding spaces based on 3D cues in a CNN architecture.</a:t>
            </a:r>
            <a:endParaRPr lang="en-US" sz="24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6172" y="2492896"/>
            <a:ext cx="3893820" cy="3566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3068960"/>
            <a:ext cx="3888432" cy="2543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Related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Body shape from an image: 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estimate the parameters of the model by matching projected silhouettes of the 3D shapes to extracted image silhouettes.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i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Excellent results on 3D pose estimations, but lacking accuracy analysis on the generated body shapes.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CNNs on 3D shapes: 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(1). present the 3D data as a low resolution 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voxelized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grid.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i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Used in many general 2D to 3D shapes estimation methods.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(2). present the 3D shape from 3D shape descriptors, e.g. global point signature (GPS), heat kernel signature (HKS), and wave kernel signature (WKS).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i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Not be applied to maximize intra-class variance yet.</a:t>
            </a:r>
          </a:p>
        </p:txBody>
      </p:sp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7463" y="1530350"/>
            <a:ext cx="7389074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proposed framework has three components: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  <a:sym typeface="Wingdings" pitchFamily="2" charset="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  <a:sym typeface="Wingdings" pitchFamily="2" charset="2"/>
              </a:rPr>
              <a:t>(1). A network that learns an embedding space from extracted HKS features, and generates a 3D body mesh with neutral pose.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  <a:sym typeface="Wingdings" pitchFamily="2" charset="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  <a:sym typeface="Wingdings" pitchFamily="2" charset="2"/>
              </a:rPr>
              <a:t>(2). A cross-modal CNN that leverages multi-view information at training time to boost single view predictions at test time.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  <a:sym typeface="Wingdings" pitchFamily="2" charset="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  <a:sym typeface="Wingdings" pitchFamily="2" charset="2"/>
              </a:rPr>
              <a:t>(3). A test module from part(s) of cross-modal CNN.</a:t>
            </a: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Training data preparation: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b="1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CAESAR dataset (3D human body scans)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SCAPE (a set of 12,894 triangle deformations of a template 3D mesh with 6,449 vertices, controlled by pose parameters </a:t>
            </a:r>
            <a:r>
              <a:rPr lang="el-GR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α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and shape parameters </a:t>
            </a:r>
            <a:r>
              <a:rPr lang="el-GR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β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)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Linear Blend Skinning (extend the number of samples in SCAPE).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Final synthetic dataset consists of half million meshes, where the HKS features and silhouettes are used for training.</a:t>
            </a:r>
          </a:p>
        </p:txBody>
      </p:sp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Heat Kernel Signature (HKS):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b="1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4" name="图片 3" descr="Heat+kernel+signatur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3688" y="1700808"/>
            <a:ext cx="5688632" cy="426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Heat Kernel Signature (HKS):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484784"/>
            <a:ext cx="4729123" cy="2481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61977" y="4077072"/>
            <a:ext cx="4786287" cy="2129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Heat Kernel Signature (HKS):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 embedding space has 4000 dimensions, learned by minimizing the per-vertex squared norm loss.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Visualized by T-SNE, green dots for female, red dots for male.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284984"/>
            <a:ext cx="8229600" cy="135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Cross-Modal Neural Network (CMNN):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" y="1484784"/>
            <a:ext cx="7680960" cy="134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9525" y="2998688"/>
            <a:ext cx="6584950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Cross-Modal Neural Network (CMNN):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-</a:t>
            </a:r>
            <a:r>
              <a:rPr lang="en-US" sz="2000" dirty="0" err="1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Unscaled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 means known camera calibration, scaled means resizing the silhouette to the same height.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-Each net is pre-trained individually. And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they are jointly trained using </a:t>
            </a: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all losses.</a:t>
            </a: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6910" y="3140968"/>
            <a:ext cx="5250180" cy="3002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Proposed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latinLnBrk="0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  <a:latin typeface="Microsoft YaHei UI" pitchFamily="34" charset="-122"/>
                <a:ea typeface="Microsoft YaHei UI" pitchFamily="34" charset="-122"/>
              </a:rPr>
              <a:t>Testing Network:</a:t>
            </a: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  <a:p>
            <a:pPr algn="just" latinLnBrk="0">
              <a:spcBef>
                <a:spcPts val="600"/>
              </a:spcBef>
              <a:spcAft>
                <a:spcPts val="600"/>
              </a:spcAft>
            </a:pPr>
            <a:endParaRPr lang="en-US" sz="2000" dirty="0" smtClean="0">
              <a:solidFill>
                <a:schemeClr val="accent5">
                  <a:lumMod val="75000"/>
                </a:schemeClr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r="1996" b="68820"/>
          <a:stretch>
            <a:fillRect/>
          </a:stretch>
        </p:blipFill>
        <p:spPr bwMode="auto">
          <a:xfrm>
            <a:off x="2051720" y="1700808"/>
            <a:ext cx="5145370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6623" y="2975827"/>
            <a:ext cx="3769593" cy="311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4590" y="1052736"/>
            <a:ext cx="427482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3284984"/>
            <a:ext cx="4529683" cy="2889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46710"/>
            <a:ext cx="8716967" cy="342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/>
          <a:lstStyle/>
          <a:p>
            <a:pPr fontAlgn="ctr">
              <a:spcBef>
                <a:spcPts val="0"/>
              </a:spcBef>
            </a:pPr>
            <a:r>
              <a:rPr lang="en-US" sz="4000" b="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otlight MT Light" pitchFamily="18" charset="0"/>
              </a:rPr>
              <a:t>Experiment result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3" y="2133598"/>
            <a:ext cx="8782448" cy="3266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31801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272</TotalTime>
  <Words>457</Words>
  <Application>Microsoft Office PowerPoint</Application>
  <PresentationFormat>全屏显示(4:3)</PresentationFormat>
  <Paragraphs>60</Paragraphs>
  <Slides>16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template</vt:lpstr>
      <vt:lpstr>Human Shape from Silhouettes using Generative HKS Descriptors and Cross-Modal Neural Networks</vt:lpstr>
      <vt:lpstr>Contents</vt:lpstr>
      <vt:lpstr>Introduction</vt:lpstr>
      <vt:lpstr>Related works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Experiment result</vt:lpstr>
      <vt:lpstr>Experiment result</vt:lpstr>
      <vt:lpstr>Experiment result</vt:lpstr>
    </vt:vector>
  </TitlesOfParts>
  <Company>Dongguk Univ.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Shape from Silhouettes using Generative HKS Descriptors and Cross-Modal Neural Networks</dc:title>
  <dc:creator>Yucheng Lu</dc:creator>
  <cp:lastModifiedBy>Yucheng Lu</cp:lastModifiedBy>
  <cp:revision>33</cp:revision>
  <cp:lastPrinted>2016-11-04T01:08:44Z</cp:lastPrinted>
  <dcterms:created xsi:type="dcterms:W3CDTF">2018-06-25T01:54:44Z</dcterms:created>
  <dcterms:modified xsi:type="dcterms:W3CDTF">2018-06-27T06:10:18Z</dcterms:modified>
</cp:coreProperties>
</file>