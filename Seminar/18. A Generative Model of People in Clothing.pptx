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314" r:id="rId4"/>
    <p:sldId id="328" r:id="rId5"/>
    <p:sldId id="326" r:id="rId6"/>
    <p:sldId id="319" r:id="rId7"/>
    <p:sldId id="321" r:id="rId8"/>
    <p:sldId id="327" r:id="rId9"/>
    <p:sldId id="320" r:id="rId10"/>
    <p:sldId id="318" r:id="rId11"/>
    <p:sldId id="316" r:id="rId12"/>
    <p:sldId id="323" r:id="rId13"/>
    <p:sldId id="32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57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40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79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13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92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49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30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30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37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9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D5439-BDD1-497F-9549-E5A5C148AF04}" type="datetimeFigureOut">
              <a:rPr lang="ko-KR" altLang="en-US" smtClean="0"/>
              <a:t>2018-07-04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995B-36B2-4E4A-82B3-684855B652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43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9725" y="1661019"/>
            <a:ext cx="12192000" cy="951321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A Generative Model of People in Clothing</a:t>
            </a:r>
            <a:endParaRPr lang="ko-KR" altLang="en-US" sz="40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8129" y="3602037"/>
            <a:ext cx="10475742" cy="2236055"/>
          </a:xfrm>
        </p:spPr>
        <p:txBody>
          <a:bodyPr>
            <a:normAutofit/>
          </a:bodyPr>
          <a:lstStyle/>
          <a:p>
            <a:r>
              <a:rPr lang="en-US" altLang="ko-KR" dirty="0"/>
              <a:t>Christoph </a:t>
            </a:r>
            <a:r>
              <a:rPr lang="en-US" altLang="ko-KR" dirty="0" err="1"/>
              <a:t>Lassner</a:t>
            </a:r>
            <a:r>
              <a:rPr lang="en-US" altLang="ko-KR" dirty="0"/>
              <a:t>, Gerard Pons-Moll, Peter </a:t>
            </a:r>
            <a:r>
              <a:rPr lang="en-US" altLang="ko-KR" dirty="0" err="1"/>
              <a:t>V.Gehler</a:t>
            </a:r>
            <a:endParaRPr lang="en-US" altLang="ko-KR" dirty="0"/>
          </a:p>
          <a:p>
            <a:r>
              <a:rPr lang="en-US" altLang="ko-KR" dirty="0"/>
              <a:t>2017.5.11</a:t>
            </a:r>
          </a:p>
          <a:p>
            <a:r>
              <a:rPr lang="en-US" altLang="ko-KR" dirty="0"/>
              <a:t>Computer Vision and Pattern </a:t>
            </a:r>
            <a:r>
              <a:rPr lang="en-US" altLang="ko-KR" dirty="0" err="1"/>
              <a:t>Recongintion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02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62C699-7DB7-4AB5-8977-ED5CCC3B4FB0}"/>
              </a:ext>
            </a:extLst>
          </p:cNvPr>
          <p:cNvSpPr/>
          <p:nvPr/>
        </p:nvSpPr>
        <p:spPr>
          <a:xfrm>
            <a:off x="1135309" y="1612595"/>
            <a:ext cx="101478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We present the first image-based generative model of people in clothing for the full body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we address the inverse problem of automatically generating images of people in clothing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the rendering process poses various challenges, all of which are active research topics and mostly require human input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87EF73-AA4B-43A9-A8DE-8989C2B7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009" y="3491080"/>
            <a:ext cx="8387918" cy="30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8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Data Set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8D4AA0-E6BB-4ECF-9039-4815A8816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39" y="1588653"/>
            <a:ext cx="3821107" cy="506881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FDD986-4E8D-4ACF-A4B1-E3D0276ED3AC}"/>
              </a:ext>
            </a:extLst>
          </p:cNvPr>
          <p:cNvSpPr/>
          <p:nvPr/>
        </p:nvSpPr>
        <p:spPr>
          <a:xfrm>
            <a:off x="4871985" y="1999909"/>
            <a:ext cx="69636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FF0000"/>
                </a:solidFill>
              </a:rPr>
              <a:t>Chictopia10K dataset </a:t>
            </a:r>
            <a:r>
              <a:rPr lang="en-US" altLang="ko-KR" dirty="0"/>
              <a:t>consists of 17,706 images collected from the Chictopia fashion blog</a:t>
            </a:r>
            <a:endParaRPr lang="ko-KR" altLang="en-US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The Chictopia10K dataset contains fine-grained fashion Labels but no human pose and shape annotation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Dataset are not labeled with clothing information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953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2. Chictopia made SMPL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61DFD4-4B6E-400D-ACEA-EDC060672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17" y="2431828"/>
            <a:ext cx="638175" cy="17240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675573-6D38-4E0C-A7E8-43BEB345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19" y="2529753"/>
            <a:ext cx="590550" cy="1524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414FBF-CEB9-4793-B842-080E8911A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596" y="2522098"/>
            <a:ext cx="542925" cy="1600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84F07D-710D-46C9-AD95-8FD53597F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449" y="2522098"/>
            <a:ext cx="533400" cy="1476375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6981308-A549-44A6-B8D4-6B053E6A4AB1}"/>
              </a:ext>
            </a:extLst>
          </p:cNvPr>
          <p:cNvSpPr/>
          <p:nvPr/>
        </p:nvSpPr>
        <p:spPr>
          <a:xfrm>
            <a:off x="2566480" y="3103926"/>
            <a:ext cx="268448" cy="184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A0C4D83-3C0D-491D-9CBA-9FA98F3B75DE}"/>
              </a:ext>
            </a:extLst>
          </p:cNvPr>
          <p:cNvSpPr/>
          <p:nvPr/>
        </p:nvSpPr>
        <p:spPr>
          <a:xfrm>
            <a:off x="4837836" y="3103926"/>
            <a:ext cx="268448" cy="184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238344D-4E67-4D01-8D99-63BC63789643}"/>
              </a:ext>
            </a:extLst>
          </p:cNvPr>
          <p:cNvSpPr/>
          <p:nvPr/>
        </p:nvSpPr>
        <p:spPr>
          <a:xfrm>
            <a:off x="7417266" y="3103927"/>
            <a:ext cx="268448" cy="184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D7452-AE90-4F65-A567-70B5CD094180}"/>
              </a:ext>
            </a:extLst>
          </p:cNvPr>
          <p:cNvSpPr txBox="1"/>
          <p:nvPr/>
        </p:nvSpPr>
        <p:spPr>
          <a:xfrm>
            <a:off x="1149292" y="4353886"/>
            <a:ext cx="119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Find joint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B42E1-F713-439E-898B-A1F72EF454BE}"/>
              </a:ext>
            </a:extLst>
          </p:cNvPr>
          <p:cNvSpPr txBox="1"/>
          <p:nvPr/>
        </p:nvSpPr>
        <p:spPr>
          <a:xfrm>
            <a:off x="3449273" y="4321620"/>
            <a:ext cx="119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SMPLify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0DB298-23E5-4521-A45A-5EB0AF840809}"/>
              </a:ext>
            </a:extLst>
          </p:cNvPr>
          <p:cNvSpPr txBox="1"/>
          <p:nvPr/>
        </p:nvSpPr>
        <p:spPr>
          <a:xfrm>
            <a:off x="5329803" y="4337324"/>
            <a:ext cx="250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Sementic</a:t>
            </a:r>
            <a:r>
              <a:rPr lang="en-US" altLang="ko-KR" dirty="0"/>
              <a:t> segment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B11657-0126-48AB-BFCE-BF2C351EF274}"/>
              </a:ext>
            </a:extLst>
          </p:cNvPr>
          <p:cNvSpPr txBox="1"/>
          <p:nvPr/>
        </p:nvSpPr>
        <p:spPr>
          <a:xfrm>
            <a:off x="8172275" y="4336220"/>
            <a:ext cx="1382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Hole filling</a:t>
            </a:r>
          </a:p>
          <a:p>
            <a:r>
              <a:rPr lang="en-US" altLang="ko-KR" dirty="0"/>
              <a:t>Find 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25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2. Chictopia made SMPL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267206-F602-467F-8BD1-8E06E7E5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08" y="1501775"/>
            <a:ext cx="4105275" cy="49911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E88BBB2-A3D6-4C4E-AD9C-0631ADC91118}"/>
              </a:ext>
            </a:extLst>
          </p:cNvPr>
          <p:cNvSpPr/>
          <p:nvPr/>
        </p:nvSpPr>
        <p:spPr>
          <a:xfrm>
            <a:off x="4997541" y="2208213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we are using a six-part segmented projection of the SMPL fits for conditioning of </a:t>
            </a:r>
            <a:r>
              <a:rPr lang="en-US" altLang="ko-KR" dirty="0" err="1"/>
              <a:t>ClothNet</a:t>
            </a:r>
            <a:r>
              <a:rPr lang="en-US" altLang="ko-KR" dirty="0"/>
              <a:t>-body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Facial Shape</a:t>
            </a:r>
            <a:r>
              <a:rPr lang="en-US" altLang="ko-KR" dirty="0"/>
              <a:t> : We use the </a:t>
            </a:r>
            <a:r>
              <a:rPr lang="en-US" altLang="ko-KR" dirty="0" err="1">
                <a:solidFill>
                  <a:srgbClr val="FF0000"/>
                </a:solidFill>
              </a:rPr>
              <a:t>dlib</a:t>
            </a:r>
            <a:r>
              <a:rPr lang="en-US" altLang="ko-KR" dirty="0"/>
              <a:t> implementation of the fast facial shape matcher to enhance the annotations with face information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Hole Filling</a:t>
            </a:r>
            <a:r>
              <a:rPr lang="en-US" altLang="ko-KR" dirty="0"/>
              <a:t> : we apply the morphological “close” and “</a:t>
            </a:r>
            <a:r>
              <a:rPr lang="en-US" altLang="ko-KR" dirty="0" err="1"/>
              <a:t>blackhat</a:t>
            </a:r>
            <a:r>
              <a:rPr lang="en-US" altLang="ko-KR" dirty="0"/>
              <a:t>” operations to fill the erroneously placed background regions. We carefully selected the kernel size and found that a size of 7 pixels fixes most mistakes while retaining small structures</a:t>
            </a:r>
            <a:endParaRPr lang="ko-KR" altLang="en-US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480FB8-4091-48C7-A147-6C77CFF5750D}"/>
              </a:ext>
            </a:extLst>
          </p:cNvPr>
          <p:cNvSpPr/>
          <p:nvPr/>
        </p:nvSpPr>
        <p:spPr>
          <a:xfrm>
            <a:off x="5228396" y="1580118"/>
            <a:ext cx="6963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75384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 </a:t>
            </a:r>
            <a:r>
              <a:rPr lang="en-US" altLang="ko-KR" b="1" dirty="0" err="1"/>
              <a:t>ClothNet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4D5363-FFB0-4A71-8517-60B1615B3A94}"/>
              </a:ext>
            </a:extLst>
          </p:cNvPr>
          <p:cNvSpPr/>
          <p:nvPr/>
        </p:nvSpPr>
        <p:spPr>
          <a:xfrm>
            <a:off x="928881" y="167467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Currently, the most visually appealing technique to create fine-grained textures at 256 × 256 resolution are image-to-image translation networks.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The image-to-image translation model can not handle such multi-modality.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Variational Autoencoders, on the other hand, excel at encoding high variance for similar inputs and provide a principled way of sampling.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the sketch part is variational and deals with the high variation in clothing shape. Its output is a semantic segmentation map (sketch) of a dressed person. The second portray part uses the created sketch to generate an image of the person and can make of use of skip connections to produce a detailed 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60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/>
              <a:t>3.1. The Latent Sketch Module</a:t>
            </a:r>
            <a:endParaRPr lang="ko-KR" altLang="en-US" sz="48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4DE299-758C-4D0F-BDB2-7990833F538E}"/>
              </a:ext>
            </a:extLst>
          </p:cNvPr>
          <p:cNvSpPr/>
          <p:nvPr/>
        </p:nvSpPr>
        <p:spPr>
          <a:xfrm>
            <a:off x="1024557" y="1493837"/>
            <a:ext cx="83190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The latent sketch module is a variational auto-encoder which allows to sample random sketches of people.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A39C5B-347A-4EF3-857B-A784B323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62" y="2947226"/>
            <a:ext cx="4019550" cy="6096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8C8A927-1238-402D-A1ED-7EEAB4E03F7D}"/>
              </a:ext>
            </a:extLst>
          </p:cNvPr>
          <p:cNvSpPr/>
          <p:nvPr/>
        </p:nvSpPr>
        <p:spPr>
          <a:xfrm>
            <a:off x="1326162" y="2387451"/>
            <a:ext cx="3429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The Variational Auto-Encoder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B7A899-EDFB-4545-B8A0-B89F209741BB}"/>
              </a:ext>
            </a:extLst>
          </p:cNvPr>
          <p:cNvSpPr/>
          <p:nvPr/>
        </p:nvSpPr>
        <p:spPr>
          <a:xfrm>
            <a:off x="1409266" y="3747269"/>
            <a:ext cx="2063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Sketch encoding: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ACA7D7-2C4B-409F-91A5-DA2FC9614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76" y="4412961"/>
            <a:ext cx="561975" cy="2857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585B78-7815-409A-A0DF-49513B583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678" y="4451061"/>
            <a:ext cx="809625" cy="247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D73767-7D05-41D4-AAE0-7D310423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974" y="4359275"/>
            <a:ext cx="1000125" cy="3048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754C996-A60B-4E3A-A987-7715239DD36F}"/>
              </a:ext>
            </a:extLst>
          </p:cNvPr>
          <p:cNvCxnSpPr/>
          <p:nvPr/>
        </p:nvCxnSpPr>
        <p:spPr>
          <a:xfrm>
            <a:off x="3472716" y="4555836"/>
            <a:ext cx="471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6CBE2E-5244-45E4-B7D9-F273EE0F63DB}"/>
              </a:ext>
            </a:extLst>
          </p:cNvPr>
          <p:cNvSpPr/>
          <p:nvPr/>
        </p:nvSpPr>
        <p:spPr>
          <a:xfrm>
            <a:off x="1913435" y="4840943"/>
            <a:ext cx="2030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images </a:t>
            </a:r>
            <a:r>
              <a:rPr lang="en-US" altLang="ko-KR" sz="1400" b="1" dirty="0">
                <a:solidFill>
                  <a:srgbClr val="FF0000"/>
                </a:solidFill>
              </a:rPr>
              <a:t>x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z</a:t>
            </a:r>
            <a:r>
              <a:rPr lang="en-US" altLang="ko-KR" sz="1400" dirty="0"/>
              <a:t> a 512-D latent space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9A7BF30-F64A-4649-907B-64AFF89B7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922" y="2374611"/>
            <a:ext cx="3152775" cy="207645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486477-EC9E-45B2-BC7A-8610F66EAF36}"/>
              </a:ext>
            </a:extLst>
          </p:cNvPr>
          <p:cNvSpPr/>
          <p:nvPr/>
        </p:nvSpPr>
        <p:spPr>
          <a:xfrm>
            <a:off x="8457685" y="4371170"/>
            <a:ext cx="614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VAE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2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/>
              <a:t>3.1. The Latent Sketch Module</a:t>
            </a:r>
            <a:endParaRPr lang="ko-KR" altLang="en-US" sz="48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3F613C-D3D7-4E47-A8AF-FCAD1DA94820}"/>
              </a:ext>
            </a:extLst>
          </p:cNvPr>
          <p:cNvSpPr/>
          <p:nvPr/>
        </p:nvSpPr>
        <p:spPr>
          <a:xfrm>
            <a:off x="1023391" y="1760815"/>
            <a:ext cx="3656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The Conditional Sketch Module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D4B311-C76D-4751-ACEF-9F32175D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91" y="2200275"/>
            <a:ext cx="2990850" cy="24574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956CBAA-DD54-463C-B7ED-9066F803B7EA}"/>
              </a:ext>
            </a:extLst>
          </p:cNvPr>
          <p:cNvSpPr/>
          <p:nvPr/>
        </p:nvSpPr>
        <p:spPr>
          <a:xfrm>
            <a:off x="4509654" y="2801141"/>
            <a:ext cx="68441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 We use a conditional variational autoencoder for this model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a six part body model silhouette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the losses by weighing the KL component with factor 6.55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Cond is new network about pose and shape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04ECDD-6FF6-4507-B382-C8B96AE99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68" y="4893252"/>
            <a:ext cx="1333500" cy="2857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D48BB3-16E2-442C-9E47-985828AC3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068" y="5257366"/>
            <a:ext cx="1504950" cy="3143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FB4169A-3B31-495F-AA73-0790F23AC58C}"/>
              </a:ext>
            </a:extLst>
          </p:cNvPr>
          <p:cNvSpPr/>
          <p:nvPr/>
        </p:nvSpPr>
        <p:spPr>
          <a:xfrm>
            <a:off x="1882103" y="3529560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new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8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3.2. The portray Module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A3CB9-7E8E-43FA-AD7E-AD1DCBB16AAE}"/>
              </a:ext>
            </a:extLst>
          </p:cNvPr>
          <p:cNvSpPr/>
          <p:nvPr/>
        </p:nvSpPr>
        <p:spPr>
          <a:xfrm>
            <a:off x="915910" y="1860151"/>
            <a:ext cx="6308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 the sketch modules can be chained to a portray module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C0EFAC-3611-4602-A7C5-BFEADE1C5188}"/>
              </a:ext>
            </a:extLst>
          </p:cNvPr>
          <p:cNvSpPr/>
          <p:nvPr/>
        </p:nvSpPr>
        <p:spPr>
          <a:xfrm>
            <a:off x="915910" y="2338049"/>
            <a:ext cx="4162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b="1" dirty="0"/>
              <a:t>image-to-image translation model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54AC12-679F-4F9A-9BB4-48FC9FA3B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81" y="2815948"/>
            <a:ext cx="6519574" cy="36251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DFFD78-A702-4546-9ECB-134E1D27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05" y="1528424"/>
            <a:ext cx="27051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4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3.4. </a:t>
            </a:r>
            <a:r>
              <a:rPr lang="en-US" altLang="ko-KR" b="1" dirty="0" err="1"/>
              <a:t>ClothNet</a:t>
            </a:r>
            <a:r>
              <a:rPr lang="en-US" altLang="ko-KR" b="1" dirty="0"/>
              <a:t> Pipeline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59DC5D-9856-4541-8A81-BD53272A3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30" y="1447366"/>
            <a:ext cx="75723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4. Experiments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9509EC-7188-4BF0-9CE7-C5203864A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82" y="1690688"/>
            <a:ext cx="3790950" cy="39052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77EE702-3A89-428E-991B-901FD956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73" y="1760337"/>
            <a:ext cx="38195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8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4. Experiments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A7D24F-72FA-4E51-B9A6-C639EF90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28" y="1643062"/>
            <a:ext cx="76581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27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4. Experiments 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2E2C87-02E1-46B5-88CC-C175E499F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003" y="1690688"/>
            <a:ext cx="3781425" cy="304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A56AAD2-F10C-437D-A63F-A65121F5F566}"/>
              </a:ext>
            </a:extLst>
          </p:cNvPr>
          <p:cNvSpPr/>
          <p:nvPr/>
        </p:nvSpPr>
        <p:spPr>
          <a:xfrm>
            <a:off x="1512168" y="4896965"/>
            <a:ext cx="5787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- If you don't preprocess, the result will not be good.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54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4129</TotalTime>
  <Words>454</Words>
  <Application>Microsoft Office PowerPoint</Application>
  <PresentationFormat>와이드스크린</PresentationFormat>
  <Paragraphs>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A Generative Model of People in Clothing</vt:lpstr>
      <vt:lpstr>1. Introduction</vt:lpstr>
      <vt:lpstr>Data Set</vt:lpstr>
      <vt:lpstr>2. Chictopia made SMPL</vt:lpstr>
      <vt:lpstr>2. Chictopia made SMPL</vt:lpstr>
      <vt:lpstr>3. ClothNet</vt:lpstr>
      <vt:lpstr>3.1. The Latent Sketch Module</vt:lpstr>
      <vt:lpstr>3.1. The Latent Sketch Module</vt:lpstr>
      <vt:lpstr>3.2. The portray Module</vt:lpstr>
      <vt:lpstr>3.4. ClothNet Pipeline</vt:lpstr>
      <vt:lpstr>4. Experiments</vt:lpstr>
      <vt:lpstr>4. Experiments</vt:lpstr>
      <vt:lpstr>4. Experiments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Rome in a Day</dc:title>
  <dc:creator>SE SONG KIM</dc:creator>
  <cp:lastModifiedBy>user</cp:lastModifiedBy>
  <cp:revision>109</cp:revision>
  <dcterms:created xsi:type="dcterms:W3CDTF">2017-11-29T12:10:53Z</dcterms:created>
  <dcterms:modified xsi:type="dcterms:W3CDTF">2018-07-04T08:52:20Z</dcterms:modified>
</cp:coreProperties>
</file>