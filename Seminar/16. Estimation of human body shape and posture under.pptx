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6" autoAdjust="0"/>
    <p:restoredTop sz="94660"/>
  </p:normalViewPr>
  <p:slideViewPr>
    <p:cSldViewPr snapToGrid="0">
      <p:cViewPr>
        <p:scale>
          <a:sx n="75" d="100"/>
          <a:sy n="75" d="100"/>
        </p:scale>
        <p:origin x="1668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FD9E7-4A18-4577-B723-61F21ACB3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8808D-75A3-4467-A8F0-6B194760E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5148C-CC18-477F-AC18-43EB859B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7A465-F872-4BC9-8974-F2700A17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568D6-DA9A-45BB-BDCE-B77D5A39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39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3D4AA-90F9-482F-8205-02B9C75E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9DDED1-BA18-4343-8AF2-17C2221D8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93799-571F-4A96-AD0D-43038420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8E794-D474-4E7E-831E-CF945CCB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F9B4C-66C1-45ED-9467-FE50E4D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70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6A549-8A72-44D3-AC0C-D6BC42C13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3BF86C-E8E4-458B-A872-DC1C8C42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5CA83-C5A8-44DE-AA8F-579E75A2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EF14C-97FE-4588-BE8B-BFCA9B9A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E86C5-4CF6-4679-91E0-076274EC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48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D7CFA-2A75-4D84-9295-2633B927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8C1F5D-2387-410F-9918-EFEE623FA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B74E04-A75B-4E18-A070-83A7F746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6D6EFA-7F25-476C-B8E8-F6A0616C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3B1DB3-CCD9-4289-8892-3DABD6297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E4C94E-0746-4BBF-BE49-0A4DA855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51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8D514-C32A-4D9F-80E9-A2C0410C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D5F4E2-223D-4C32-990D-62162FD55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1C942E-F5C3-4123-8182-E307C852B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FC8245-1AE3-471D-8C03-5C0CD0C9B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9C5055-98D1-40DC-96AA-93A36ED16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44C3CC-1D4C-46E6-A0BB-3483E752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46F73C-EADB-429C-A73F-06F5BAAB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0B9360-045D-409B-A505-715CCBA3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64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C270A-F681-47FC-AE99-3A50CBAE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5C56B5-0599-4046-A2D4-47E6F720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34814D-B1F2-49C4-897A-EABD4DFB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48CA28-3342-4930-BB5E-0C7ECB1B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00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6498AE-87D2-4F79-808F-9D472583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A66823-CDF4-4C68-9B60-16A159DA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07BD41-34CB-4CC0-9361-DEDA01C0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15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3D47B-6EC3-44D8-8E5F-857FD36D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53344-5EA4-47D8-A24C-F2880A83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533F11-ED3A-453F-8375-5D2FEEA9D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FEB92E-1FC1-4CE4-80BF-5DC9F40B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C3A1FD-E87D-4ADF-96D8-78645A1CA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04814-3751-498F-A49D-88F849BA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78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42ED1-782B-4F70-9BE5-999CDCBD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41F223-B2B3-4FE7-B8B7-1B5B345B4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A5D0FD-F2D9-4732-8916-A3E357C1E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7961D-C960-4C46-8BF8-1B9AFF3C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B0DD73-6F7D-47F5-9A45-6432AB16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6123E8-0685-4E20-B2F7-CC7ECD3B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8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25173-03EE-46DA-BC93-AEE7FA04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641EDB-34ED-4EC5-B1B9-35D6A10F2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79DDE-6B81-4230-B6BD-A1E52B55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21486-F346-4A38-9808-461E5862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FCBF4-21E2-4C89-8E67-FC8A6583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00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6F88D1-FBD8-4F5C-8208-278909EBF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A0939B-D37D-4BEA-BB04-84E4502E4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1F5B7-A192-4EFE-889B-5F7D1234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C461CA-80B1-408B-BC2A-051FE8BC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19B102-2E16-4E68-8E8B-AD6F93C6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15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EB175F-7766-44E8-945C-D48D998C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B6AC3-F9B0-491B-9538-44D082506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C5708C-D268-415E-A1C9-884CE60EC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1166C-785A-433B-9F0D-5B519F52273E}" type="datetimeFigureOut">
              <a:rPr lang="ko-KR" altLang="en-US" smtClean="0"/>
              <a:t>2018-07-11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26AFBA-E2AB-4868-8F6F-CFDE123F3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DA57DB-AA39-4732-8172-2DCC89376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2746B-7582-4302-B803-B012B4E294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7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6F0B-E91D-48A5-B7AF-CC1A09AA6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011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4400"/>
              <a:t>Estimation</a:t>
            </a:r>
            <a:r>
              <a:rPr lang="ko-KR" altLang="en-US" sz="4400"/>
              <a:t> </a:t>
            </a:r>
            <a:r>
              <a:rPr lang="en-US" altLang="ko-KR" sz="4400"/>
              <a:t>of human body shape and posture under clothing</a:t>
            </a:r>
            <a:endParaRPr lang="ko-KR" altLang="en-US" sz="4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71CD89-9D53-4A21-81D1-8A4EBA196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564747"/>
            <a:ext cx="9591675" cy="19907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6D44015-D449-463A-B42A-7641AB80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61" y="4093726"/>
            <a:ext cx="76866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8F9201-65DB-4E93-B7B9-9D4D91F6246B}"/>
              </a:ext>
            </a:extLst>
          </p:cNvPr>
          <p:cNvSpPr/>
          <p:nvPr/>
        </p:nvSpPr>
        <p:spPr>
          <a:xfrm>
            <a:off x="838200" y="2346387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  This paper present an algorithm to estimate the human body shape and posture under clothing from single or multiple 3D input frames that are corrupted by noise and missing data.</a:t>
            </a:r>
          </a:p>
        </p:txBody>
      </p:sp>
    </p:spTree>
    <p:extLst>
      <p:ext uri="{BB962C8B-B14F-4D97-AF65-F5344CB8AC3E}">
        <p14:creationId xmlns:p14="http://schemas.microsoft.com/office/powerpoint/2010/main" val="103941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0E4048-B916-4B55-B1DE-9507B3FF286C}"/>
              </a:ext>
            </a:extLst>
          </p:cNvPr>
          <p:cNvSpPr/>
          <p:nvPr/>
        </p:nvSpPr>
        <p:spPr>
          <a:xfrm>
            <a:off x="838200" y="1300850"/>
            <a:ext cx="10515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400">
                <a:latin typeface="AdvGulliv-R"/>
              </a:rPr>
              <a:t>present a representation that models human body shape and posture independently.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400">
                <a:latin typeface="AdvGulliv-R"/>
              </a:rPr>
              <a:t>Human body shape is represented by a point in a posture-invariant shape space found using machine learning,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400">
                <a:latin typeface="AdvGulliv-R"/>
              </a:rPr>
              <a:t>and human body posture is  epresented using skeletal joint angles.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400">
                <a:latin typeface="AdvGulliv-R"/>
              </a:rPr>
              <a:t>We present an algorithm to estimate body shape and posture under clothing that fits closely to the body from single or multiple 3D input frames.</a:t>
            </a:r>
          </a:p>
        </p:txBody>
      </p:sp>
    </p:spTree>
    <p:extLst>
      <p:ext uri="{BB962C8B-B14F-4D97-AF65-F5344CB8AC3E}">
        <p14:creationId xmlns:p14="http://schemas.microsoft.com/office/powerpoint/2010/main" val="3838405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1CB2EC-55FC-4100-82AE-CB317113F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90" y="0"/>
            <a:ext cx="894761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ADBA5-0494-4AE4-B4CA-36CD39FEC3E7}"/>
              </a:ext>
            </a:extLst>
          </p:cNvPr>
          <p:cNvSpPr txBox="1"/>
          <p:nvPr/>
        </p:nvSpPr>
        <p:spPr>
          <a:xfrm>
            <a:off x="355600" y="4407932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markov network</a:t>
            </a:r>
            <a:endParaRPr lang="ko-KR" altLang="en-US" sz="2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827EB-A19F-4486-8E5C-BDCA39696244}"/>
              </a:ext>
            </a:extLst>
          </p:cNvPr>
          <p:cNvSpPr txBox="1"/>
          <p:nvPr/>
        </p:nvSpPr>
        <p:spPr>
          <a:xfrm>
            <a:off x="9334500" y="3946267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PCA</a:t>
            </a:r>
            <a:endParaRPr lang="ko-KR" altLang="en-US" sz="2400" b="1"/>
          </a:p>
        </p:txBody>
      </p:sp>
    </p:spTree>
    <p:extLst>
      <p:ext uri="{BB962C8B-B14F-4D97-AF65-F5344CB8AC3E}">
        <p14:creationId xmlns:p14="http://schemas.microsoft.com/office/powerpoint/2010/main" val="191607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rs.els-cdn.com/content/image/1-s2.0-S0097849312000659-fx1.jpg">
            <a:extLst>
              <a:ext uri="{FF2B5EF4-FFF2-40B4-BE49-F238E27FC236}">
                <a16:creationId xmlns:a16="http://schemas.microsoft.com/office/drawing/2014/main" id="{492E8BA6-AEE9-4AFB-96AE-762B1EF6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99" y="1287463"/>
            <a:ext cx="6359847" cy="512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1C35500-B056-4A75-B003-0B8026E4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14157"/>
            <a:ext cx="5829299" cy="3023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19D80A-EB85-4933-84B5-66BB3B41B64F}"/>
              </a:ext>
            </a:extLst>
          </p:cNvPr>
          <p:cNvSpPr txBox="1"/>
          <p:nvPr/>
        </p:nvSpPr>
        <p:spPr>
          <a:xfrm>
            <a:off x="0" y="762396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referred paper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186DB03-0053-4B33-B509-E2A15C04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17" y="0"/>
            <a:ext cx="939416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3689D2-81A3-4EE6-BFDE-F074215F9C0A}"/>
              </a:ext>
            </a:extLst>
          </p:cNvPr>
          <p:cNvSpPr txBox="1"/>
          <p:nvPr/>
        </p:nvSpPr>
        <p:spPr>
          <a:xfrm>
            <a:off x="88900" y="6396335"/>
            <a:ext cx="393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quasi newton approach</a:t>
            </a:r>
            <a:endParaRPr lang="ko-KR" altLang="en-US" sz="2400" b="1"/>
          </a:p>
        </p:txBody>
      </p:sp>
    </p:spTree>
    <p:extLst>
      <p:ext uri="{BB962C8B-B14F-4D97-AF65-F5344CB8AC3E}">
        <p14:creationId xmlns:p14="http://schemas.microsoft.com/office/powerpoint/2010/main" val="146337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25CEC8C-F146-4F3A-A3EA-C2C1C1F60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92" y="0"/>
            <a:ext cx="11202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8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116</Words>
  <Application>Microsoft Office PowerPoint</Application>
  <PresentationFormat>와이드스크린</PresentationFormat>
  <Paragraphs>10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AdvGulliv-R</vt:lpstr>
      <vt:lpstr>맑은 고딕</vt:lpstr>
      <vt:lpstr>Arial</vt:lpstr>
      <vt:lpstr>Wingdings</vt:lpstr>
      <vt:lpstr>Office 테마</vt:lpstr>
      <vt:lpstr>Estimation of human body shape and posture under clothing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Estimation of human body shape and posture under clothing</dc:title>
  <dc:creator>DongWook Kim</dc:creator>
  <cp:lastModifiedBy>DongWook Kim</cp:lastModifiedBy>
  <cp:revision>5</cp:revision>
  <dcterms:created xsi:type="dcterms:W3CDTF">2018-07-11T06:09:28Z</dcterms:created>
  <dcterms:modified xsi:type="dcterms:W3CDTF">2018-07-11T09:22:27Z</dcterms:modified>
</cp:coreProperties>
</file>